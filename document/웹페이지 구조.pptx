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8" r:id="rId10"/>
    <p:sldId id="269" r:id="rId11"/>
    <p:sldId id="265" r:id="rId12"/>
    <p:sldId id="271" r:id="rId13"/>
    <p:sldId id="272" r:id="rId14"/>
    <p:sldId id="266" r:id="rId15"/>
    <p:sldId id="267" r:id="rId16"/>
    <p:sldId id="262" r:id="rId17"/>
    <p:sldId id="263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7" r:id="rId26"/>
    <p:sldId id="281" r:id="rId27"/>
    <p:sldId id="285" r:id="rId28"/>
    <p:sldId id="282" r:id="rId29"/>
    <p:sldId id="283" r:id="rId30"/>
    <p:sldId id="284" r:id="rId31"/>
    <p:sldId id="286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19380-8419-4B11-975C-F7A8E8F90271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0F0C6-1E1A-410E-B70C-2098FCED3C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86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0F0C6-1E1A-410E-B70C-2098FCED3CA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4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5E54-735C-2926-8354-FFC28CCB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BAF1FD-2241-BF13-ECF0-B57F305B8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B339E3-27ED-5DC6-8F42-A93FFE43E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D21A0-3410-F552-2710-9B52ACFEC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F0F0C6-1E1A-410E-B70C-2098FCED3CA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69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CD346-4EF4-AA62-FBCF-7036D7D86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3EEB9A-BC2C-2568-F1BC-A74281F16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B5A3C-BD22-201D-3F20-65DE6763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27861-AD95-AA79-B602-0E7A9EC3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FD581-DE8C-4754-6BCB-FC85F09D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86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D4890-45ED-A774-9BE2-67AC9C53A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18BA39-F5A3-2CE1-67F2-1A9F18D1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D591F6-9FAC-F132-2474-3B61BF48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2AA98D-D032-CB26-A959-BF26BD50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E21E0E-3772-5C57-9260-92BBBE7D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435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26596-1C1E-577C-64E3-FCAA694D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A49BD-3D37-4964-8F2C-751F1ACD8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787E33-5A0F-EEAB-D527-77692876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A3EA9D-3F83-DB58-632B-78E95044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26133-2541-752D-6914-526D219F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11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26907-E648-99E1-23BF-4B94DC95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6FB965-2103-332B-667E-D85200E12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ED0831-2D2B-2F64-C375-DD9AACD9C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037CB8-3A14-8731-E4A0-29445D6C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4A68CE-4CAD-92D1-39FD-1934A8E8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0DC7F0-E12F-E8CC-9924-19993AD1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53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54293-8113-3C1B-35D3-754DDAAB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28646F-7754-1F25-56CB-7F4864F28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705AE0-88AA-29E1-3F5C-1605C55D1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B1E6AE-DB92-0BAA-6D75-A4E5A7AD9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9BBA1A-25C7-D8CB-120E-37AB6A7E4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B3B4B5-9F0D-B317-C149-EA5F5813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B91874-EB57-E579-89CC-C051A7C7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46DE7E-913D-189B-6655-15A551E5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04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D7343-2B8D-C8FC-5B5A-79AB1408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51F172-2234-E325-C05F-267F6851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5FC915-C04E-4534-DF9E-3068C19D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5B6BD0-17FA-B0F7-3140-04925DCD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44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4C1CD6-26B5-1146-7BB1-59DAB256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6653B6-94ED-6720-AA61-7188FB4F1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A83F8E-2365-80FA-5294-D63C3A8D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57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C3BCA-17AF-64E0-7376-7601B6D7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24D72-7255-B505-6107-2EC60E5A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3E986C-F1E8-D056-C169-951579817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6FA62E-C513-8DF6-8DAD-1A60AA93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F4F4DC-9A30-0F7F-E23C-81E7D9D4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4B0E97-E3DD-3111-06AB-46E35655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97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805C4-ECDB-DF83-D5B4-FAD52B1F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3E85025-13A6-3B53-9A59-277824836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7C26A1-B73E-F649-6E2B-8B23BE529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01AC5A-E526-7421-C20E-9F6FC286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81A4CF-EB6B-E06D-76CE-9984A375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ED4E68-2632-A338-0565-2560E79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BDBF9-1F22-F18C-8CC7-65899A9E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3FB9EC-0460-5C42-F682-47A690E39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EC2E0-F22A-6B75-ED23-79B4C507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5E1455-1C1D-9953-2E68-B5B31629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0FE08-60C6-2439-62E9-FD184B71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67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232B619-4359-8E03-DC1A-1E4EA0B96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0DEF7C-3383-BA0E-7885-E32EC89CB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CC008D-E482-9B36-D5FD-D46F9280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013B5-627E-3793-13F4-DFAE2816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B75EA5-9219-4AD3-33DA-81078CEB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95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49ACED-DA3B-A0AE-A850-70A96455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A9F64A-C35D-1832-004B-229EB2B24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F3E14-BCB0-AB21-E869-DEF6D64EC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933C8-9A98-4DDE-99C8-58ABF306389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95EF96-611E-8BF7-EA57-16795A048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EA5BE9-22B8-FF33-F122-9A1429943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4DB30-EDDE-424B-9B44-FF63BFE91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99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DC099-73CB-B0F9-2EBB-8EB9F46C3903}"/>
              </a:ext>
            </a:extLst>
          </p:cNvPr>
          <p:cNvSpPr txBox="1"/>
          <p:nvPr/>
        </p:nvSpPr>
        <p:spPr>
          <a:xfrm>
            <a:off x="3341880" y="2644170"/>
            <a:ext cx="55082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/>
              <a:t>UI</a:t>
            </a:r>
            <a:r>
              <a:rPr lang="ko-KR" altLang="en-US" sz="9600" dirty="0"/>
              <a:t> 디자인</a:t>
            </a:r>
          </a:p>
        </p:txBody>
      </p:sp>
    </p:spTree>
    <p:extLst>
      <p:ext uri="{BB962C8B-B14F-4D97-AF65-F5344CB8AC3E}">
        <p14:creationId xmlns:p14="http://schemas.microsoft.com/office/powerpoint/2010/main" val="124557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62F000-4241-A7A4-20D8-5A884AE552BC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97677-4960-8443-E6AE-D8601AB0D067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메인 화면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10B773-27D1-5F5B-1CDB-8216FBF62E31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82FBFA-523F-0D93-6476-7B0D531912AB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1A67AC-21A8-7DF0-D861-9624688F40CA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A9493-AA7A-661A-72B3-D7DF6360D4FB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C51697-23EE-565B-5F18-EAAF1E9F279E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AD242-7430-434B-14B0-5E4004B50FF5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937972-E012-68CC-9E35-46DD75AB4D03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F39722-F114-C568-A811-3F650D5D161A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177D30-A67F-C96B-9E97-32B464C719C4}"/>
              </a:ext>
            </a:extLst>
          </p:cNvPr>
          <p:cNvSpPr/>
          <p:nvPr/>
        </p:nvSpPr>
        <p:spPr>
          <a:xfrm>
            <a:off x="549551" y="1702051"/>
            <a:ext cx="7659233" cy="1182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메인 배너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0ABAC8-35AA-6534-40AF-35A02365D92F}"/>
              </a:ext>
            </a:extLst>
          </p:cNvPr>
          <p:cNvSpPr/>
          <p:nvPr/>
        </p:nvSpPr>
        <p:spPr>
          <a:xfrm>
            <a:off x="691390" y="3068174"/>
            <a:ext cx="7375556" cy="11124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최근 경기 사진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최근 기준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개만 보여주기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4DC5D8-EAC4-46A6-0664-3E4D8810B01D}"/>
              </a:ext>
            </a:extLst>
          </p:cNvPr>
          <p:cNvSpPr/>
          <p:nvPr/>
        </p:nvSpPr>
        <p:spPr>
          <a:xfrm>
            <a:off x="691390" y="4303782"/>
            <a:ext cx="2574324" cy="11124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일정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E85BE-23E8-0ED6-1972-10A2C18BA2C4}"/>
              </a:ext>
            </a:extLst>
          </p:cNvPr>
          <p:cNvSpPr txBox="1"/>
          <p:nvPr/>
        </p:nvSpPr>
        <p:spPr>
          <a:xfrm>
            <a:off x="691390" y="4303782"/>
            <a:ext cx="2194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일정이 있으면 아래 점 표시</a:t>
            </a:r>
            <a:endParaRPr lang="en-US" altLang="ko-KR" sz="1200" dirty="0"/>
          </a:p>
          <a:p>
            <a:r>
              <a:rPr lang="ko-KR" altLang="en-US" sz="1200" dirty="0"/>
              <a:t>하단에 오늘의 일정 보여주기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DD2AE8B-51C8-DBE2-335B-B895146AEE2C}"/>
              </a:ext>
            </a:extLst>
          </p:cNvPr>
          <p:cNvSpPr/>
          <p:nvPr/>
        </p:nvSpPr>
        <p:spPr>
          <a:xfrm>
            <a:off x="3407552" y="4303782"/>
            <a:ext cx="4659394" cy="11124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최근 경기 기록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B53143-20B9-3ED5-8426-4B45CF7FB369}"/>
              </a:ext>
            </a:extLst>
          </p:cNvPr>
          <p:cNvSpPr txBox="1"/>
          <p:nvPr/>
        </p:nvSpPr>
        <p:spPr>
          <a:xfrm>
            <a:off x="8275977" y="4774990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최근 경기의 스코어 보드 보여주기</a:t>
            </a:r>
            <a:endParaRPr lang="en-US" altLang="ko-KR" sz="1200" dirty="0"/>
          </a:p>
          <a:p>
            <a:r>
              <a:rPr lang="ko-KR" altLang="en-US" sz="1200" dirty="0"/>
              <a:t>아래에 대회이름</a:t>
            </a:r>
            <a:r>
              <a:rPr lang="en-US" altLang="ko-KR" sz="1200" dirty="0"/>
              <a:t>/</a:t>
            </a:r>
            <a:r>
              <a:rPr lang="ko-KR" altLang="en-US" sz="1200" dirty="0"/>
              <a:t>장소 작성</a:t>
            </a: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D169B2-D9A0-E349-094F-E27D3977F99E}"/>
              </a:ext>
            </a:extLst>
          </p:cNvPr>
          <p:cNvSpPr txBox="1"/>
          <p:nvPr/>
        </p:nvSpPr>
        <p:spPr>
          <a:xfrm>
            <a:off x="8381724" y="2247158"/>
            <a:ext cx="1961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WIDTH </a:t>
            </a:r>
            <a:r>
              <a:rPr lang="ko-KR" altLang="en-US" sz="1200" dirty="0"/>
              <a:t>기준으로 </a:t>
            </a:r>
            <a:r>
              <a:rPr lang="en-US" altLang="ko-KR" sz="1200" dirty="0"/>
              <a:t>3:2 </a:t>
            </a:r>
            <a:r>
              <a:rPr lang="ko-KR" altLang="en-US" sz="1200" dirty="0"/>
              <a:t>유지</a:t>
            </a:r>
          </a:p>
        </p:txBody>
      </p:sp>
    </p:spTree>
    <p:extLst>
      <p:ext uri="{BB962C8B-B14F-4D97-AF65-F5344CB8AC3E}">
        <p14:creationId xmlns:p14="http://schemas.microsoft.com/office/powerpoint/2010/main" val="74189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8389-FEF3-2E5A-60E6-6EAF8988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65B929-249C-8E39-1B88-DD1A1AC4EF00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3B58C-0617-DF50-D627-BD46886029EA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메인 화면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6418A7-96B1-9E3D-67EE-CB0CBB3A1A61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A983F5-9375-D335-7878-EDED0C1EB985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95A81-7CD7-401A-B235-30BCB23FF64B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1BCDDE-28ED-9BA1-9B3C-CA777A31A6A5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6DA6E-622C-D04F-4B16-32EDC49368FD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34C03E-DE08-0449-8F9A-8C18AA018C24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DD05A-506C-5727-AC24-8C3E5EAA5243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E7F1EC-C99F-78A4-A63E-DD36B212B321}"/>
              </a:ext>
            </a:extLst>
          </p:cNvPr>
          <p:cNvSpPr txBox="1"/>
          <p:nvPr/>
        </p:nvSpPr>
        <p:spPr>
          <a:xfrm>
            <a:off x="4018575" y="4348555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최근 경기의 스코어 보드 보여주기</a:t>
            </a:r>
            <a:endParaRPr lang="en-US" altLang="ko-KR" sz="1200" dirty="0"/>
          </a:p>
          <a:p>
            <a:r>
              <a:rPr lang="ko-KR" altLang="en-US" sz="1200" dirty="0"/>
              <a:t>아래에 대회이름</a:t>
            </a:r>
            <a:r>
              <a:rPr lang="en-US" altLang="ko-KR" sz="1200" dirty="0"/>
              <a:t>/</a:t>
            </a:r>
            <a:r>
              <a:rPr lang="ko-KR" altLang="en-US" sz="1200" dirty="0"/>
              <a:t>장소 작성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40155A-415B-6665-2190-D31EC4F9EEA1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EB9C0A-B269-CB0D-2B05-63DFB38C31E3}"/>
              </a:ext>
            </a:extLst>
          </p:cNvPr>
          <p:cNvSpPr/>
          <p:nvPr/>
        </p:nvSpPr>
        <p:spPr>
          <a:xfrm>
            <a:off x="549552" y="1702049"/>
            <a:ext cx="3453281" cy="11826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메인 배너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FB3F4D-9FE8-620E-C6BB-D1DCD1BBE4DD}"/>
              </a:ext>
            </a:extLst>
          </p:cNvPr>
          <p:cNvSpPr txBox="1"/>
          <p:nvPr/>
        </p:nvSpPr>
        <p:spPr>
          <a:xfrm>
            <a:off x="4002833" y="2154863"/>
            <a:ext cx="1961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WIDTH </a:t>
            </a:r>
            <a:r>
              <a:rPr lang="ko-KR" altLang="en-US" sz="1200" dirty="0"/>
              <a:t>기준으로 </a:t>
            </a:r>
            <a:r>
              <a:rPr lang="en-US" altLang="ko-KR" sz="1200" dirty="0"/>
              <a:t>3:2 </a:t>
            </a:r>
            <a:r>
              <a:rPr lang="ko-KR" altLang="en-US" sz="1200" dirty="0"/>
              <a:t>유지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A1B341-E0A7-569F-0C4C-CC2B0D2B3EA4}"/>
              </a:ext>
            </a:extLst>
          </p:cNvPr>
          <p:cNvSpPr/>
          <p:nvPr/>
        </p:nvSpPr>
        <p:spPr>
          <a:xfrm>
            <a:off x="746434" y="3063912"/>
            <a:ext cx="3059516" cy="11124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최근 경기 사진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최근 기준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r>
              <a:rPr lang="ko-KR" altLang="en-US" dirty="0">
                <a:solidFill>
                  <a:schemeClr val="tx1"/>
                </a:solidFill>
              </a:rPr>
              <a:t>개만 보여주기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B85D3D4-9515-275E-BFAA-BF272BE918CF}"/>
              </a:ext>
            </a:extLst>
          </p:cNvPr>
          <p:cNvSpPr/>
          <p:nvPr/>
        </p:nvSpPr>
        <p:spPr>
          <a:xfrm>
            <a:off x="746434" y="4292584"/>
            <a:ext cx="3059516" cy="604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최근 경기 기록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CBB554-F0A1-40F2-1D2E-14580F509D44}"/>
              </a:ext>
            </a:extLst>
          </p:cNvPr>
          <p:cNvSpPr/>
          <p:nvPr/>
        </p:nvSpPr>
        <p:spPr>
          <a:xfrm>
            <a:off x="746433" y="5019844"/>
            <a:ext cx="3059515" cy="5971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일정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F811CC-8B64-F2A0-0923-9EE72DD20357}"/>
              </a:ext>
            </a:extLst>
          </p:cNvPr>
          <p:cNvSpPr txBox="1"/>
          <p:nvPr/>
        </p:nvSpPr>
        <p:spPr>
          <a:xfrm>
            <a:off x="4079777" y="5087603"/>
            <a:ext cx="2194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일정이 있으면 아래 점 표시</a:t>
            </a:r>
            <a:endParaRPr lang="en-US" altLang="ko-KR" sz="1200" dirty="0"/>
          </a:p>
          <a:p>
            <a:r>
              <a:rPr lang="ko-KR" altLang="en-US" sz="1200" dirty="0"/>
              <a:t>하단에 오늘의 일정 보여주기</a:t>
            </a:r>
          </a:p>
        </p:txBody>
      </p:sp>
    </p:spTree>
    <p:extLst>
      <p:ext uri="{BB962C8B-B14F-4D97-AF65-F5344CB8AC3E}">
        <p14:creationId xmlns:p14="http://schemas.microsoft.com/office/powerpoint/2010/main" val="2336332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61BF-3188-E8FB-8AF7-75CD8481F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7C6983C-4034-F91A-233F-3AF004F3355C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3E360-CAF9-3599-1090-8C04F3E6FCA5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카테고리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4E0C0F-79E1-5D58-786C-C3F7C5613BD0}"/>
              </a:ext>
            </a:extLst>
          </p:cNvPr>
          <p:cNvSpPr/>
          <p:nvPr/>
        </p:nvSpPr>
        <p:spPr>
          <a:xfrm>
            <a:off x="549552" y="726540"/>
            <a:ext cx="7659232" cy="304302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4EC9F7-EABA-010E-F58A-958B48F1E9BD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8B7786-186C-CAEC-B17D-461C9F445916}"/>
              </a:ext>
            </a:extLst>
          </p:cNvPr>
          <p:cNvSpPr/>
          <p:nvPr/>
        </p:nvSpPr>
        <p:spPr>
          <a:xfrm>
            <a:off x="6464810" y="932243"/>
            <a:ext cx="1204355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BD2FF3-E5A4-81EE-C235-FF4591288291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32A219-8497-FEC5-FDA0-DEF03BF6AE5A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79A37B4-FB47-155F-38AC-2739166B1413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56BCF5-4DFF-D2CF-E3AF-3536FD5481BA}"/>
              </a:ext>
            </a:extLst>
          </p:cNvPr>
          <p:cNvSpPr/>
          <p:nvPr/>
        </p:nvSpPr>
        <p:spPr>
          <a:xfrm>
            <a:off x="3818100" y="932244"/>
            <a:ext cx="1204355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기록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6DB7C3-324F-D415-91B4-5E81966FFA0A}"/>
              </a:ext>
            </a:extLst>
          </p:cNvPr>
          <p:cNvSpPr/>
          <p:nvPr/>
        </p:nvSpPr>
        <p:spPr>
          <a:xfrm>
            <a:off x="5164294" y="932243"/>
            <a:ext cx="1204355" cy="5160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일정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CA8B5E-BF80-A8C7-7200-E096FB4A86A4}"/>
              </a:ext>
            </a:extLst>
          </p:cNvPr>
          <p:cNvSpPr/>
          <p:nvPr/>
        </p:nvSpPr>
        <p:spPr>
          <a:xfrm>
            <a:off x="2455185" y="932243"/>
            <a:ext cx="1204355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정보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2C79743-727C-0937-CEF7-33121285FE66}"/>
              </a:ext>
            </a:extLst>
          </p:cNvPr>
          <p:cNvSpPr/>
          <p:nvPr/>
        </p:nvSpPr>
        <p:spPr>
          <a:xfrm>
            <a:off x="6464809" y="1518499"/>
            <a:ext cx="1204355" cy="331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년도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7D8025-B846-099A-CB81-5CB9915E5172}"/>
              </a:ext>
            </a:extLst>
          </p:cNvPr>
          <p:cNvSpPr/>
          <p:nvPr/>
        </p:nvSpPr>
        <p:spPr>
          <a:xfrm>
            <a:off x="6464809" y="1916639"/>
            <a:ext cx="1204355" cy="331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CFC94C-1668-242B-A4A1-BDF62864B1ED}"/>
              </a:ext>
            </a:extLst>
          </p:cNvPr>
          <p:cNvSpPr/>
          <p:nvPr/>
        </p:nvSpPr>
        <p:spPr>
          <a:xfrm>
            <a:off x="3818100" y="1518501"/>
            <a:ext cx="1204355" cy="331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년도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FE1DF57-8591-49F8-93D9-24C60F193ECA}"/>
              </a:ext>
            </a:extLst>
          </p:cNvPr>
          <p:cNvSpPr/>
          <p:nvPr/>
        </p:nvSpPr>
        <p:spPr>
          <a:xfrm>
            <a:off x="3818100" y="1916641"/>
            <a:ext cx="1204355" cy="331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대회명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652C234-4EB0-740D-1E1E-93494FB64438}"/>
              </a:ext>
            </a:extLst>
          </p:cNvPr>
          <p:cNvSpPr/>
          <p:nvPr/>
        </p:nvSpPr>
        <p:spPr>
          <a:xfrm>
            <a:off x="3818100" y="2314781"/>
            <a:ext cx="1204355" cy="331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1F92619-F2A3-1DEB-E949-3E68A988BC41}"/>
              </a:ext>
            </a:extLst>
          </p:cNvPr>
          <p:cNvSpPr/>
          <p:nvPr/>
        </p:nvSpPr>
        <p:spPr>
          <a:xfrm>
            <a:off x="2455184" y="1518502"/>
            <a:ext cx="1204355" cy="331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B17DE2A-0DEE-0274-B344-7448A4DE03D5}"/>
              </a:ext>
            </a:extLst>
          </p:cNvPr>
          <p:cNvSpPr/>
          <p:nvPr/>
        </p:nvSpPr>
        <p:spPr>
          <a:xfrm>
            <a:off x="2455184" y="1947514"/>
            <a:ext cx="1204355" cy="331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포수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7C9E24F-A429-DBB5-830A-AD09E012DADC}"/>
              </a:ext>
            </a:extLst>
          </p:cNvPr>
          <p:cNvSpPr/>
          <p:nvPr/>
        </p:nvSpPr>
        <p:spPr>
          <a:xfrm>
            <a:off x="2455184" y="2349135"/>
            <a:ext cx="1204355" cy="331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내야수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005D365-130C-BF44-60C7-3E141BF14B33}"/>
              </a:ext>
            </a:extLst>
          </p:cNvPr>
          <p:cNvSpPr/>
          <p:nvPr/>
        </p:nvSpPr>
        <p:spPr>
          <a:xfrm>
            <a:off x="2455184" y="2778147"/>
            <a:ext cx="1204355" cy="3314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외야수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1C3D08-7859-7F1B-CF36-7CCFAB65DD72}"/>
              </a:ext>
            </a:extLst>
          </p:cNvPr>
          <p:cNvSpPr txBox="1"/>
          <p:nvPr/>
        </p:nvSpPr>
        <p:spPr>
          <a:xfrm>
            <a:off x="8408334" y="1518501"/>
            <a:ext cx="2457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표시된 곳 버튼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이동 가능</a:t>
            </a:r>
          </a:p>
        </p:txBody>
      </p:sp>
    </p:spTree>
    <p:extLst>
      <p:ext uri="{BB962C8B-B14F-4D97-AF65-F5344CB8AC3E}">
        <p14:creationId xmlns:p14="http://schemas.microsoft.com/office/powerpoint/2010/main" val="180482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499B-A84D-3650-6324-DA0FBAE2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88BCE5-0B18-B33D-07F2-197A5831FE68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426DA-8FA9-2893-C29E-3B0DD7EFF13C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카테고리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DAF160-C367-5D7E-A780-30930F85E4CB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44B6E-50E8-2AFD-C785-BB410B8E0295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E5C9F6-63A0-F526-2CEC-1CB39EFBBEDC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830BEC-E0A8-07F0-4181-CB6598D24A8C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418B91-4E38-3091-A477-3346942B17F7}"/>
              </a:ext>
            </a:extLst>
          </p:cNvPr>
          <p:cNvSpPr/>
          <p:nvPr/>
        </p:nvSpPr>
        <p:spPr>
          <a:xfrm>
            <a:off x="549553" y="726540"/>
            <a:ext cx="2139328" cy="54049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B02B4D-513C-DC4F-0BDB-8C7C7CB1F077}"/>
              </a:ext>
            </a:extLst>
          </p:cNvPr>
          <p:cNvSpPr/>
          <p:nvPr/>
        </p:nvSpPr>
        <p:spPr>
          <a:xfrm>
            <a:off x="789542" y="849682"/>
            <a:ext cx="1166669" cy="166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홈버튼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DC7DA1-CBFE-AD82-CB9D-F51FB6290092}"/>
              </a:ext>
            </a:extLst>
          </p:cNvPr>
          <p:cNvSpPr/>
          <p:nvPr/>
        </p:nvSpPr>
        <p:spPr>
          <a:xfrm>
            <a:off x="789541" y="4057475"/>
            <a:ext cx="1020598" cy="270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84E7A3-4FF1-68C1-E509-A0F58C2CD8CE}"/>
              </a:ext>
            </a:extLst>
          </p:cNvPr>
          <p:cNvSpPr/>
          <p:nvPr/>
        </p:nvSpPr>
        <p:spPr>
          <a:xfrm>
            <a:off x="789541" y="2494781"/>
            <a:ext cx="1020598" cy="270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기록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76BED3-179A-324C-6C8C-60A13B632DC0}"/>
              </a:ext>
            </a:extLst>
          </p:cNvPr>
          <p:cNvSpPr/>
          <p:nvPr/>
        </p:nvSpPr>
        <p:spPr>
          <a:xfrm>
            <a:off x="789541" y="3635455"/>
            <a:ext cx="1020598" cy="2708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일정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9DF88E-1E2F-DFAF-A6D4-7A7BD7B38E21}"/>
              </a:ext>
            </a:extLst>
          </p:cNvPr>
          <p:cNvSpPr/>
          <p:nvPr/>
        </p:nvSpPr>
        <p:spPr>
          <a:xfrm>
            <a:off x="789541" y="1066294"/>
            <a:ext cx="1020598" cy="2708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선수 정보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3029627-A1E2-BA37-FB15-21A57C9F9C1E}"/>
              </a:ext>
            </a:extLst>
          </p:cNvPr>
          <p:cNvSpPr/>
          <p:nvPr/>
        </p:nvSpPr>
        <p:spPr>
          <a:xfrm>
            <a:off x="953269" y="4385146"/>
            <a:ext cx="1020598" cy="173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년도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A1A913-BD1D-EC89-3E96-586660FFDCF6}"/>
              </a:ext>
            </a:extLst>
          </p:cNvPr>
          <p:cNvSpPr/>
          <p:nvPr/>
        </p:nvSpPr>
        <p:spPr>
          <a:xfrm>
            <a:off x="953269" y="4641337"/>
            <a:ext cx="1020598" cy="17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AFDD74-4F60-1B7D-50CD-B02D730C4B94}"/>
              </a:ext>
            </a:extLst>
          </p:cNvPr>
          <p:cNvSpPr/>
          <p:nvPr/>
        </p:nvSpPr>
        <p:spPr>
          <a:xfrm>
            <a:off x="935613" y="2855577"/>
            <a:ext cx="1020598" cy="173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년도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3C8E9E-F423-6639-6D5A-367DACDBAEA3}"/>
              </a:ext>
            </a:extLst>
          </p:cNvPr>
          <p:cNvSpPr/>
          <p:nvPr/>
        </p:nvSpPr>
        <p:spPr>
          <a:xfrm>
            <a:off x="935613" y="3081997"/>
            <a:ext cx="1020598" cy="173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대회명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BF602E-4936-837E-55A2-6E6651DF4896}"/>
              </a:ext>
            </a:extLst>
          </p:cNvPr>
          <p:cNvSpPr/>
          <p:nvPr/>
        </p:nvSpPr>
        <p:spPr>
          <a:xfrm>
            <a:off x="935613" y="3338390"/>
            <a:ext cx="1020598" cy="17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AF27AC-5B21-8FD4-40EB-A96307322280}"/>
              </a:ext>
            </a:extLst>
          </p:cNvPr>
          <p:cNvSpPr/>
          <p:nvPr/>
        </p:nvSpPr>
        <p:spPr>
          <a:xfrm>
            <a:off x="935613" y="1424127"/>
            <a:ext cx="1020598" cy="173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EF5DDB6-A5AC-FC55-39EE-343059A10499}"/>
              </a:ext>
            </a:extLst>
          </p:cNvPr>
          <p:cNvSpPr/>
          <p:nvPr/>
        </p:nvSpPr>
        <p:spPr>
          <a:xfrm>
            <a:off x="935613" y="1665518"/>
            <a:ext cx="1020598" cy="173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C756373-057D-41B1-F13F-CB169C069EF2}"/>
              </a:ext>
            </a:extLst>
          </p:cNvPr>
          <p:cNvSpPr/>
          <p:nvPr/>
        </p:nvSpPr>
        <p:spPr>
          <a:xfrm>
            <a:off x="935613" y="1929272"/>
            <a:ext cx="1020598" cy="17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내야수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B50228B-4F0E-9AC4-9C91-6BB436F9FED8}"/>
              </a:ext>
            </a:extLst>
          </p:cNvPr>
          <p:cNvSpPr/>
          <p:nvPr/>
        </p:nvSpPr>
        <p:spPr>
          <a:xfrm>
            <a:off x="935613" y="2197716"/>
            <a:ext cx="1020598" cy="1739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외야수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055AD3-6861-B8A7-CF1C-4E52F2A57B96}"/>
              </a:ext>
            </a:extLst>
          </p:cNvPr>
          <p:cNvSpPr txBox="1"/>
          <p:nvPr/>
        </p:nvSpPr>
        <p:spPr>
          <a:xfrm>
            <a:off x="2050127" y="2999142"/>
            <a:ext cx="2457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표시된 곳 버튼 </a:t>
            </a:r>
            <a:r>
              <a:rPr lang="ko-KR" altLang="en-US" sz="1200" dirty="0" err="1"/>
              <a:t>클릭시</a:t>
            </a:r>
            <a:r>
              <a:rPr lang="ko-KR" altLang="en-US" sz="1200" dirty="0"/>
              <a:t> 이동 가능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C8C34D9-D1FF-1449-5EA6-7650B199C075}"/>
              </a:ext>
            </a:extLst>
          </p:cNvPr>
          <p:cNvSpPr/>
          <p:nvPr/>
        </p:nvSpPr>
        <p:spPr>
          <a:xfrm>
            <a:off x="1973867" y="849682"/>
            <a:ext cx="662160" cy="1739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닫기</a:t>
            </a:r>
          </a:p>
        </p:txBody>
      </p:sp>
    </p:spTree>
    <p:extLst>
      <p:ext uri="{BB962C8B-B14F-4D97-AF65-F5344CB8AC3E}">
        <p14:creationId xmlns:p14="http://schemas.microsoft.com/office/powerpoint/2010/main" val="412969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8EB8-1E33-E631-AEB9-0FF8F01D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62A4B8-52E5-37C6-358A-7DFDC9DB2FF2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EFD06-08A0-D436-1AEF-C5238D8D3338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선수 정보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A93FD7-C203-875D-0D6A-AEAE29460E1A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251F8E-8EE9-E3A3-9724-F96EF48E48A5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EE39E9-1729-60B6-D309-674185411BB8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A1571F-BB7A-247D-0019-86A9169CFC0C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95C513-B6F4-2FA1-543A-3B5A38E87930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34B25-6511-D708-440D-85F45F61DC8C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CBD3D8-AAD8-8B9F-F5AE-D01D7D417181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9DE9819-001D-67AC-352E-D8285A4B7595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2CC644-C6DC-46A3-AB6B-7B36FB664FAC}"/>
              </a:ext>
            </a:extLst>
          </p:cNvPr>
          <p:cNvSpPr/>
          <p:nvPr/>
        </p:nvSpPr>
        <p:spPr>
          <a:xfrm>
            <a:off x="3559829" y="1813353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85AA19-F03C-898C-B45E-5CCE331DEFD1}"/>
              </a:ext>
            </a:extLst>
          </p:cNvPr>
          <p:cNvSpPr txBox="1"/>
          <p:nvPr/>
        </p:nvSpPr>
        <p:spPr>
          <a:xfrm>
            <a:off x="5198505" y="1925122"/>
            <a:ext cx="3073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포지션 이름을 넘겨 받아서 전시하는 걸로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4266D9C-3577-983B-630C-BC1C5EB18FDA}"/>
              </a:ext>
            </a:extLst>
          </p:cNvPr>
          <p:cNvSpPr/>
          <p:nvPr/>
        </p:nvSpPr>
        <p:spPr>
          <a:xfrm>
            <a:off x="1334678" y="2942628"/>
            <a:ext cx="1638677" cy="1474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2F6E1F-2D6F-383E-E5E9-D8D62AE42F47}"/>
              </a:ext>
            </a:extLst>
          </p:cNvPr>
          <p:cNvSpPr/>
          <p:nvPr/>
        </p:nvSpPr>
        <p:spPr>
          <a:xfrm>
            <a:off x="1334677" y="4416825"/>
            <a:ext cx="1638677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6F803D-3275-53BD-A571-B517325B6244}"/>
              </a:ext>
            </a:extLst>
          </p:cNvPr>
          <p:cNvSpPr txBox="1"/>
          <p:nvPr/>
        </p:nvSpPr>
        <p:spPr>
          <a:xfrm>
            <a:off x="8415011" y="3079561"/>
            <a:ext cx="1667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사진은 </a:t>
            </a:r>
            <a:r>
              <a:rPr lang="en-US" altLang="ko-KR" sz="1200" dirty="0"/>
              <a:t>3x4 </a:t>
            </a:r>
            <a:r>
              <a:rPr lang="ko-KR" altLang="en-US" sz="1200" dirty="0"/>
              <a:t>비율 고정</a:t>
            </a:r>
            <a:endParaRPr lang="en-US" altLang="ko-KR" sz="1200" dirty="0"/>
          </a:p>
          <a:p>
            <a:r>
              <a:rPr lang="ko-KR" altLang="en-US" sz="1200" dirty="0"/>
              <a:t>정보에는</a:t>
            </a:r>
            <a:endParaRPr lang="en-US" altLang="ko-KR" sz="1200" dirty="0"/>
          </a:p>
          <a:p>
            <a:r>
              <a:rPr lang="ko-KR" altLang="en-US" sz="1200" dirty="0"/>
              <a:t>이름</a:t>
            </a:r>
            <a:endParaRPr lang="en-US" altLang="ko-KR" sz="1200" dirty="0"/>
          </a:p>
          <a:p>
            <a:r>
              <a:rPr lang="ko-KR" altLang="en-US" sz="1200" dirty="0"/>
              <a:t>학년 투타</a:t>
            </a:r>
            <a:endParaRPr lang="en-US" altLang="ko-KR" sz="1200" dirty="0"/>
          </a:p>
          <a:p>
            <a:r>
              <a:rPr lang="ko-KR" altLang="en-US" sz="1200" dirty="0"/>
              <a:t>키</a:t>
            </a:r>
            <a:r>
              <a:rPr lang="en-US" altLang="ko-KR" sz="1200" dirty="0"/>
              <a:t>/</a:t>
            </a:r>
            <a:r>
              <a:rPr lang="ko-KR" altLang="en-US" sz="1200" dirty="0"/>
              <a:t>몸무게</a:t>
            </a:r>
            <a:endParaRPr lang="en-US" altLang="ko-KR" sz="1200" dirty="0"/>
          </a:p>
          <a:p>
            <a:r>
              <a:rPr lang="ko-KR" altLang="en-US" sz="1200" dirty="0"/>
              <a:t>출신학교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63E0B4-E437-2985-3412-E84D4AE5857F}"/>
              </a:ext>
            </a:extLst>
          </p:cNvPr>
          <p:cNvSpPr/>
          <p:nvPr/>
        </p:nvSpPr>
        <p:spPr>
          <a:xfrm>
            <a:off x="3559829" y="2942628"/>
            <a:ext cx="1638677" cy="1474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B40BB6C-4337-5734-080A-0EED8149661D}"/>
              </a:ext>
            </a:extLst>
          </p:cNvPr>
          <p:cNvSpPr/>
          <p:nvPr/>
        </p:nvSpPr>
        <p:spPr>
          <a:xfrm>
            <a:off x="3559828" y="4416825"/>
            <a:ext cx="1638677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FDFC0F1-C972-6B58-C5E1-E721AEB6D852}"/>
              </a:ext>
            </a:extLst>
          </p:cNvPr>
          <p:cNvSpPr/>
          <p:nvPr/>
        </p:nvSpPr>
        <p:spPr>
          <a:xfrm>
            <a:off x="5784979" y="2942628"/>
            <a:ext cx="1638677" cy="1474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872A91-E103-537F-7DB6-DD48C9270074}"/>
              </a:ext>
            </a:extLst>
          </p:cNvPr>
          <p:cNvSpPr/>
          <p:nvPr/>
        </p:nvSpPr>
        <p:spPr>
          <a:xfrm>
            <a:off x="5784978" y="4416825"/>
            <a:ext cx="1638677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EB72346-818A-CA53-8C2B-F524BD2E92F8}"/>
              </a:ext>
            </a:extLst>
          </p:cNvPr>
          <p:cNvSpPr/>
          <p:nvPr/>
        </p:nvSpPr>
        <p:spPr>
          <a:xfrm>
            <a:off x="3202624" y="2433089"/>
            <a:ext cx="714408" cy="2799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2026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80F6BD-3601-2B58-9DC6-B22AE26A8542}"/>
              </a:ext>
            </a:extLst>
          </p:cNvPr>
          <p:cNvSpPr/>
          <p:nvPr/>
        </p:nvSpPr>
        <p:spPr>
          <a:xfrm>
            <a:off x="4106462" y="2433089"/>
            <a:ext cx="714408" cy="2799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2027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AFCBC1-7D2D-1F50-45D5-E4CA63FACFB6}"/>
              </a:ext>
            </a:extLst>
          </p:cNvPr>
          <p:cNvSpPr/>
          <p:nvPr/>
        </p:nvSpPr>
        <p:spPr>
          <a:xfrm>
            <a:off x="5010300" y="2433089"/>
            <a:ext cx="714408" cy="2799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2028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1CC923-4267-D9A0-810A-DFDCC047041F}"/>
              </a:ext>
            </a:extLst>
          </p:cNvPr>
          <p:cNvSpPr txBox="1"/>
          <p:nvPr/>
        </p:nvSpPr>
        <p:spPr>
          <a:xfrm>
            <a:off x="5724708" y="2432372"/>
            <a:ext cx="3589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년도 선택하면 해당 년도 선수만 보여주는 것으로</a:t>
            </a:r>
          </a:p>
        </p:txBody>
      </p:sp>
    </p:spTree>
    <p:extLst>
      <p:ext uri="{BB962C8B-B14F-4D97-AF65-F5344CB8AC3E}">
        <p14:creationId xmlns:p14="http://schemas.microsoft.com/office/powerpoint/2010/main" val="726135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E312-EC6A-FCF8-008D-C890A7D37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39D157-569B-A488-4070-0B2F04F10794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E9B02-7A01-FB13-320E-A7E6D883E7D7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선수 정보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35CF24-1815-9E6B-D25C-E78EC2C02FDD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C39182-507C-BC51-82F2-A71884059660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CDA5E-6CD4-DA13-0BA6-FFF1A9998F83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9AC2B-ABC1-86D8-B9FD-5F22870F6D63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FC8957-5567-5C44-4C49-C5C4DABDF03B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30A2D13-F0CD-569D-933A-DF75A38550A1}"/>
              </a:ext>
            </a:extLst>
          </p:cNvPr>
          <p:cNvSpPr/>
          <p:nvPr/>
        </p:nvSpPr>
        <p:spPr>
          <a:xfrm>
            <a:off x="1526078" y="1765616"/>
            <a:ext cx="1638677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BF03E0-FDD3-3953-9B65-F56A23096375}"/>
              </a:ext>
            </a:extLst>
          </p:cNvPr>
          <p:cNvSpPr txBox="1"/>
          <p:nvPr/>
        </p:nvSpPr>
        <p:spPr>
          <a:xfrm>
            <a:off x="4051870" y="2005128"/>
            <a:ext cx="3073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포지션 이름을 넘겨 받아서 전시하는 걸로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F516E4A-2442-5376-F8C8-F6304D515A6F}"/>
              </a:ext>
            </a:extLst>
          </p:cNvPr>
          <p:cNvSpPr/>
          <p:nvPr/>
        </p:nvSpPr>
        <p:spPr>
          <a:xfrm>
            <a:off x="1063475" y="2334998"/>
            <a:ext cx="1164079" cy="14485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1DFBADB-5583-012B-577D-9766CA3C52D2}"/>
              </a:ext>
            </a:extLst>
          </p:cNvPr>
          <p:cNvSpPr/>
          <p:nvPr/>
        </p:nvSpPr>
        <p:spPr>
          <a:xfrm>
            <a:off x="1063474" y="3783558"/>
            <a:ext cx="1164079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11B00F-032D-7F2A-2323-20508ABAFC1A}"/>
              </a:ext>
            </a:extLst>
          </p:cNvPr>
          <p:cNvSpPr txBox="1"/>
          <p:nvPr/>
        </p:nvSpPr>
        <p:spPr>
          <a:xfrm>
            <a:off x="4145637" y="2798008"/>
            <a:ext cx="1667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사진은 </a:t>
            </a:r>
            <a:r>
              <a:rPr lang="en-US" altLang="ko-KR" sz="1200" dirty="0"/>
              <a:t>3x4 </a:t>
            </a:r>
            <a:r>
              <a:rPr lang="ko-KR" altLang="en-US" sz="1200" dirty="0"/>
              <a:t>비율 고정</a:t>
            </a:r>
            <a:endParaRPr lang="en-US" altLang="ko-KR" sz="1200" dirty="0"/>
          </a:p>
          <a:p>
            <a:r>
              <a:rPr lang="ko-KR" altLang="en-US" sz="1200" dirty="0"/>
              <a:t>정보에는</a:t>
            </a:r>
            <a:endParaRPr lang="en-US" altLang="ko-KR" sz="1200" dirty="0"/>
          </a:p>
          <a:p>
            <a:r>
              <a:rPr lang="ko-KR" altLang="en-US" sz="1200" dirty="0"/>
              <a:t>이름</a:t>
            </a:r>
            <a:endParaRPr lang="en-US" altLang="ko-KR" sz="1200" dirty="0"/>
          </a:p>
          <a:p>
            <a:r>
              <a:rPr lang="ko-KR" altLang="en-US" sz="1200" dirty="0"/>
              <a:t>학년 투타</a:t>
            </a:r>
            <a:endParaRPr lang="en-US" altLang="ko-KR" sz="1200" dirty="0"/>
          </a:p>
          <a:p>
            <a:r>
              <a:rPr lang="ko-KR" altLang="en-US" sz="1200" dirty="0"/>
              <a:t>키</a:t>
            </a:r>
            <a:r>
              <a:rPr lang="en-US" altLang="ko-KR" sz="1200" dirty="0"/>
              <a:t>/</a:t>
            </a:r>
            <a:r>
              <a:rPr lang="ko-KR" altLang="en-US" sz="1200" dirty="0"/>
              <a:t>몸무게</a:t>
            </a:r>
            <a:endParaRPr lang="en-US" altLang="ko-KR" sz="1200" dirty="0"/>
          </a:p>
          <a:p>
            <a:r>
              <a:rPr lang="ko-KR" altLang="en-US" sz="1200" dirty="0"/>
              <a:t>출신학교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996A12E-F292-2D49-0731-81B5C6720272}"/>
              </a:ext>
            </a:extLst>
          </p:cNvPr>
          <p:cNvSpPr/>
          <p:nvPr/>
        </p:nvSpPr>
        <p:spPr>
          <a:xfrm>
            <a:off x="2387899" y="2334998"/>
            <a:ext cx="1164079" cy="14485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8E94A20-EA2B-6A6C-482B-A78E9B59DB4B}"/>
              </a:ext>
            </a:extLst>
          </p:cNvPr>
          <p:cNvSpPr/>
          <p:nvPr/>
        </p:nvSpPr>
        <p:spPr>
          <a:xfrm>
            <a:off x="2387898" y="3783558"/>
            <a:ext cx="1164079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CC41CB4-004D-6015-2BBD-D403F6706A09}"/>
              </a:ext>
            </a:extLst>
          </p:cNvPr>
          <p:cNvSpPr/>
          <p:nvPr/>
        </p:nvSpPr>
        <p:spPr>
          <a:xfrm>
            <a:off x="1063474" y="4255750"/>
            <a:ext cx="1164079" cy="14485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FED28EE-B721-0E0C-488A-F7A175A9DFB3}"/>
              </a:ext>
            </a:extLst>
          </p:cNvPr>
          <p:cNvSpPr/>
          <p:nvPr/>
        </p:nvSpPr>
        <p:spPr>
          <a:xfrm>
            <a:off x="709896" y="5714544"/>
            <a:ext cx="1164079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88EE96-9923-2C3C-68D7-98F47211BEFF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0BA7E2-24FA-1272-DABE-1BDC2D7BFD47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9232F0-2F03-655A-DAB3-B1C3C2C01682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</p:spTree>
    <p:extLst>
      <p:ext uri="{BB962C8B-B14F-4D97-AF65-F5344CB8AC3E}">
        <p14:creationId xmlns:p14="http://schemas.microsoft.com/office/powerpoint/2010/main" val="173199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F034-B905-839B-C1BD-BCE250B6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52F07A-E8CB-CD77-6586-3396818030B7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7CA97-FF51-2FF0-392C-A7D0B0E44B95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경기 기록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2697F9-52C2-C0C7-5E94-A3204ED1B46E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9A4A9B-0F0B-C44F-F5CE-839DD2F11456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A2B44A-4B50-FF3B-9B80-4FD93B525ED2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43E82D-52F0-EC5A-35DA-CFB32680624A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1A777B-2E17-276F-D61C-6D89F08479EA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50502-3130-0CEB-0092-116B916CD254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1D0D0F-57E6-DD2F-E819-11A2593875FC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6FBF73-6DF1-9DCA-9F7A-14E19A6A9679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90D07A-A8EF-B8DB-D4BF-71B31D0C744E}"/>
              </a:ext>
            </a:extLst>
          </p:cNvPr>
          <p:cNvSpPr/>
          <p:nvPr/>
        </p:nvSpPr>
        <p:spPr>
          <a:xfrm>
            <a:off x="833228" y="1825191"/>
            <a:ext cx="2616141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명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대회이름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93D383-C56B-9174-6902-134FBD166463}"/>
              </a:ext>
            </a:extLst>
          </p:cNvPr>
          <p:cNvSpPr/>
          <p:nvPr/>
        </p:nvSpPr>
        <p:spPr>
          <a:xfrm>
            <a:off x="833228" y="2298115"/>
            <a:ext cx="7233718" cy="718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000 vs 000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E44787-C82C-05C2-B04B-8F140D957A20}"/>
              </a:ext>
            </a:extLst>
          </p:cNvPr>
          <p:cNvSpPr txBox="1"/>
          <p:nvPr/>
        </p:nvSpPr>
        <p:spPr>
          <a:xfrm>
            <a:off x="3449369" y="1861583"/>
            <a:ext cx="23407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000 vs 000 </a:t>
            </a:r>
            <a:r>
              <a:rPr lang="ko-KR" altLang="en-US" sz="1200" dirty="0"/>
              <a:t>기준으로 좌측 정렬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771162B-14D6-62CC-F5CA-3D9E6571E5BD}"/>
              </a:ext>
            </a:extLst>
          </p:cNvPr>
          <p:cNvSpPr/>
          <p:nvPr/>
        </p:nvSpPr>
        <p:spPr>
          <a:xfrm>
            <a:off x="833228" y="3090707"/>
            <a:ext cx="1558396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날짜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381425E-1889-99D2-D717-68FD4D047703}"/>
              </a:ext>
            </a:extLst>
          </p:cNvPr>
          <p:cNvSpPr/>
          <p:nvPr/>
        </p:nvSpPr>
        <p:spPr>
          <a:xfrm>
            <a:off x="2435693" y="3090707"/>
            <a:ext cx="1558396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위치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4BD5EB-FAEB-5AAB-3058-23DD14B8EFFE}"/>
              </a:ext>
            </a:extLst>
          </p:cNvPr>
          <p:cNvSpPr/>
          <p:nvPr/>
        </p:nvSpPr>
        <p:spPr>
          <a:xfrm>
            <a:off x="4038158" y="3090707"/>
            <a:ext cx="1558396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결과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6BD419-94DF-DB2A-DC5B-819B3760278D}"/>
              </a:ext>
            </a:extLst>
          </p:cNvPr>
          <p:cNvSpPr txBox="1"/>
          <p:nvPr/>
        </p:nvSpPr>
        <p:spPr>
          <a:xfrm>
            <a:off x="5722104" y="3114362"/>
            <a:ext cx="35589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? : ? (</a:t>
            </a:r>
            <a:r>
              <a:rPr lang="ko-KR" altLang="en-US" sz="1200" dirty="0"/>
              <a:t>승</a:t>
            </a:r>
            <a:r>
              <a:rPr lang="en-US" altLang="ko-KR" sz="1200" dirty="0"/>
              <a:t>) </a:t>
            </a:r>
            <a:r>
              <a:rPr lang="ko-KR" altLang="en-US" sz="1200" dirty="0"/>
              <a:t>이렇게 작성하고 결과에 따라 색상 변경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F8A68DA-FC4F-9A44-8A3D-CFBAB8E42372}"/>
              </a:ext>
            </a:extLst>
          </p:cNvPr>
          <p:cNvSpPr/>
          <p:nvPr/>
        </p:nvSpPr>
        <p:spPr>
          <a:xfrm>
            <a:off x="833228" y="3550892"/>
            <a:ext cx="7233718" cy="975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스코어 보드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D96C29D-DFAC-0864-2381-9BC48EB185B5}"/>
              </a:ext>
            </a:extLst>
          </p:cNvPr>
          <p:cNvSpPr/>
          <p:nvPr/>
        </p:nvSpPr>
        <p:spPr>
          <a:xfrm>
            <a:off x="833228" y="4563772"/>
            <a:ext cx="1558396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승리투수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112AE5-E9CD-00D4-D71B-8EE5DEFE694C}"/>
              </a:ext>
            </a:extLst>
          </p:cNvPr>
          <p:cNvSpPr/>
          <p:nvPr/>
        </p:nvSpPr>
        <p:spPr>
          <a:xfrm>
            <a:off x="2479762" y="4576954"/>
            <a:ext cx="1558396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결승타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06D246-1470-1C2A-B0D6-912742986588}"/>
              </a:ext>
            </a:extLst>
          </p:cNvPr>
          <p:cNvSpPr txBox="1"/>
          <p:nvPr/>
        </p:nvSpPr>
        <p:spPr>
          <a:xfrm>
            <a:off x="5667629" y="4613347"/>
            <a:ext cx="2826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우리가 지면 작성하지 않는 것으로 </a:t>
            </a:r>
            <a:r>
              <a:rPr lang="en-US" altLang="ko-KR" sz="1200" dirty="0"/>
              <a:t>^^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4466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6318-7824-1189-0254-95B17C57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7F18CC-1DFE-D37A-F560-A0C2A5C64E38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B2FEA-0BF3-FCD4-55E5-D8FC95356564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경기 기록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0D4D06-A0C9-A957-758F-57DB357AC117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FB7D99-E895-167A-3B8D-61E7B21BBB09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1192A2-AA86-DC5A-4F94-63B35A2893CD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EC673-EA34-5C0B-FC4D-961E30A1B15C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B5E2637-92F0-0C32-74B1-80357402C5B4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25C34-C4F0-2483-C197-2043BED1BB3E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75E24B-A7F0-C599-9B1B-F0CF9B26BA70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298240B-F747-46A7-CE47-B59D01692FEE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43D924-0DD0-F966-6B65-D0B81700C9C0}"/>
              </a:ext>
            </a:extLst>
          </p:cNvPr>
          <p:cNvSpPr/>
          <p:nvPr/>
        </p:nvSpPr>
        <p:spPr>
          <a:xfrm>
            <a:off x="1258740" y="1815559"/>
            <a:ext cx="2616141" cy="36686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스타팅 라인업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D6F1E6-D705-8668-E65F-49C7533D7063}"/>
              </a:ext>
            </a:extLst>
          </p:cNvPr>
          <p:cNvSpPr/>
          <p:nvPr/>
        </p:nvSpPr>
        <p:spPr>
          <a:xfrm>
            <a:off x="4013390" y="1815558"/>
            <a:ext cx="3195872" cy="16134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투수 라인업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2B4953-3011-001E-9046-E03779D2282E}"/>
              </a:ext>
            </a:extLst>
          </p:cNvPr>
          <p:cNvSpPr txBox="1"/>
          <p:nvPr/>
        </p:nvSpPr>
        <p:spPr>
          <a:xfrm>
            <a:off x="8347294" y="1815558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스타팅 라인업 정보</a:t>
            </a:r>
            <a:endParaRPr lang="en-US" altLang="ko-KR" sz="1200" dirty="0"/>
          </a:p>
          <a:p>
            <a:r>
              <a:rPr lang="ko-KR" altLang="en-US" sz="1200" dirty="0"/>
              <a:t>번호 이름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 </a:t>
            </a:r>
            <a:r>
              <a:rPr lang="ko-KR" altLang="en-US" sz="1200" dirty="0"/>
              <a:t>포지션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2DCF433-05E0-AE7B-1A41-0FA8FE0EEFDE}"/>
              </a:ext>
            </a:extLst>
          </p:cNvPr>
          <p:cNvSpPr/>
          <p:nvPr/>
        </p:nvSpPr>
        <p:spPr>
          <a:xfrm>
            <a:off x="4013390" y="3561772"/>
            <a:ext cx="3195872" cy="16134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교체 명단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18FA7A-E918-FB37-D6BE-2835402F768A}"/>
              </a:ext>
            </a:extLst>
          </p:cNvPr>
          <p:cNvSpPr txBox="1"/>
          <p:nvPr/>
        </p:nvSpPr>
        <p:spPr>
          <a:xfrm>
            <a:off x="8347293" y="2391445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투수 라인업</a:t>
            </a:r>
            <a:endParaRPr lang="en-US" altLang="ko-KR" sz="1200" dirty="0"/>
          </a:p>
          <a:p>
            <a:r>
              <a:rPr lang="ko-KR" altLang="en-US" sz="1200" dirty="0"/>
              <a:t>이름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 </a:t>
            </a:r>
            <a:r>
              <a:rPr lang="ko-KR" altLang="en-US" sz="1200" dirty="0"/>
              <a:t>이닝 </a:t>
            </a:r>
            <a:endParaRPr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64B4D5-EA72-9DCD-BB0F-148C08AFA7F9}"/>
              </a:ext>
            </a:extLst>
          </p:cNvPr>
          <p:cNvSpPr txBox="1"/>
          <p:nvPr/>
        </p:nvSpPr>
        <p:spPr>
          <a:xfrm>
            <a:off x="8347293" y="2974123"/>
            <a:ext cx="3150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교체 명단</a:t>
            </a:r>
            <a:endParaRPr lang="en-US" altLang="ko-KR" sz="1200" dirty="0"/>
          </a:p>
          <a:p>
            <a:r>
              <a:rPr lang="ko-KR" altLang="en-US" sz="1200" dirty="0"/>
              <a:t>이닝 이름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 </a:t>
            </a:r>
            <a:r>
              <a:rPr lang="ko-KR" altLang="en-US" sz="1200" dirty="0"/>
              <a:t>교체사유 </a:t>
            </a:r>
            <a:r>
              <a:rPr lang="ko-KR" altLang="en-US" sz="1200" dirty="0" err="1"/>
              <a:t>교체된선수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*</a:t>
            </a:r>
            <a:r>
              <a:rPr lang="ko-KR" altLang="en-US" sz="1200" dirty="0"/>
              <a:t>교체 사유는 대타 혹은 대수비로 작성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931731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FBC0-CC95-B75C-589E-B8F8C540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C813EF-0B7A-C28D-AEB6-FD5677E1D29F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45375-DCF1-5F0D-9951-562797F94EA6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경기 기록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195C51-7837-47E4-FB50-01F2CC2CB2DF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CDA49-D2B2-2F4A-6757-A017E4D8F634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45115D-55C6-DBD3-37AA-6E3CAA554CD3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479D9-9317-443D-2ADE-079A6B3CFA60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7C91CB-FE38-39C1-4651-0E275BAF721F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87DF1-8A75-BE7F-5B14-F56CB2D46878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F39F12-8358-4678-9A25-7ECB64C42E8B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A42184-BBBD-9464-5506-866E189AC028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990D727-36E2-4080-CC5B-2A695D2A9626}"/>
              </a:ext>
            </a:extLst>
          </p:cNvPr>
          <p:cNvSpPr/>
          <p:nvPr/>
        </p:nvSpPr>
        <p:spPr>
          <a:xfrm>
            <a:off x="691389" y="182519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사진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9902C3-CCA5-10D5-7EA7-A7FA8773B13F}"/>
              </a:ext>
            </a:extLst>
          </p:cNvPr>
          <p:cNvSpPr/>
          <p:nvPr/>
        </p:nvSpPr>
        <p:spPr>
          <a:xfrm>
            <a:off x="691389" y="2524143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90C50AD-3BBD-E42B-5F67-B0BE42853D52}"/>
              </a:ext>
            </a:extLst>
          </p:cNvPr>
          <p:cNvSpPr/>
          <p:nvPr/>
        </p:nvSpPr>
        <p:spPr>
          <a:xfrm>
            <a:off x="2471903" y="2524142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964127-C28F-056F-77BE-8E02964710C0}"/>
              </a:ext>
            </a:extLst>
          </p:cNvPr>
          <p:cNvSpPr/>
          <p:nvPr/>
        </p:nvSpPr>
        <p:spPr>
          <a:xfrm>
            <a:off x="4252417" y="2524141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BF28BC-32BB-F643-3044-71BC1F338C68}"/>
              </a:ext>
            </a:extLst>
          </p:cNvPr>
          <p:cNvSpPr/>
          <p:nvPr/>
        </p:nvSpPr>
        <p:spPr>
          <a:xfrm>
            <a:off x="6032931" y="2524140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A8BD41-7C41-6873-F425-9B8DFB602AB8}"/>
              </a:ext>
            </a:extLst>
          </p:cNvPr>
          <p:cNvSpPr/>
          <p:nvPr/>
        </p:nvSpPr>
        <p:spPr>
          <a:xfrm>
            <a:off x="691389" y="3540302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340BDE-FF63-F23F-3CF8-D8AD4F06F4E6}"/>
              </a:ext>
            </a:extLst>
          </p:cNvPr>
          <p:cNvSpPr/>
          <p:nvPr/>
        </p:nvSpPr>
        <p:spPr>
          <a:xfrm>
            <a:off x="2471903" y="3540301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2098E0-24C7-48B4-7979-43C59F892E10}"/>
              </a:ext>
            </a:extLst>
          </p:cNvPr>
          <p:cNvSpPr/>
          <p:nvPr/>
        </p:nvSpPr>
        <p:spPr>
          <a:xfrm>
            <a:off x="4252417" y="3540300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357D973-E310-8514-5B00-7B9E10C07FF5}"/>
              </a:ext>
            </a:extLst>
          </p:cNvPr>
          <p:cNvSpPr/>
          <p:nvPr/>
        </p:nvSpPr>
        <p:spPr>
          <a:xfrm>
            <a:off x="6032931" y="3540299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291090-3E60-E9DA-F1D4-01BC60C0ADBC}"/>
              </a:ext>
            </a:extLst>
          </p:cNvPr>
          <p:cNvSpPr/>
          <p:nvPr/>
        </p:nvSpPr>
        <p:spPr>
          <a:xfrm>
            <a:off x="691389" y="4578664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D20204-4B6F-8470-36F7-45DBB0EA6579}"/>
              </a:ext>
            </a:extLst>
          </p:cNvPr>
          <p:cNvSpPr/>
          <p:nvPr/>
        </p:nvSpPr>
        <p:spPr>
          <a:xfrm>
            <a:off x="2471903" y="4578663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769E6F4-C81D-8AB8-0C5F-6BC2F5818AF9}"/>
              </a:ext>
            </a:extLst>
          </p:cNvPr>
          <p:cNvSpPr/>
          <p:nvPr/>
        </p:nvSpPr>
        <p:spPr>
          <a:xfrm>
            <a:off x="4252417" y="4578662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1CDE2A-1AED-CD13-F105-47121F9D6A7F}"/>
              </a:ext>
            </a:extLst>
          </p:cNvPr>
          <p:cNvSpPr/>
          <p:nvPr/>
        </p:nvSpPr>
        <p:spPr>
          <a:xfrm>
            <a:off x="6032931" y="4578661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796F6D-0CFF-74FA-1622-9835B4590C63}"/>
              </a:ext>
            </a:extLst>
          </p:cNvPr>
          <p:cNvSpPr txBox="1"/>
          <p:nvPr/>
        </p:nvSpPr>
        <p:spPr>
          <a:xfrm>
            <a:off x="8350621" y="3095795"/>
            <a:ext cx="30732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</a:t>
            </a:r>
            <a:r>
              <a:rPr lang="ko-KR" altLang="en-US" sz="1200" dirty="0"/>
              <a:t>줄 혹은 </a:t>
            </a:r>
            <a:r>
              <a:rPr lang="en-US" altLang="ko-KR" sz="1200" dirty="0"/>
              <a:t>3</a:t>
            </a:r>
            <a:r>
              <a:rPr lang="ko-KR" altLang="en-US" sz="1200" dirty="0"/>
              <a:t>줄로 전시하되</a:t>
            </a:r>
            <a:endParaRPr lang="en-US" altLang="ko-KR" sz="1200" dirty="0"/>
          </a:p>
          <a:p>
            <a:r>
              <a:rPr lang="ko-KR" altLang="en-US" sz="1200" dirty="0"/>
              <a:t>가로 길이를 기준으로 세로 길이를 정하고</a:t>
            </a:r>
            <a:endParaRPr lang="en-US" altLang="ko-KR" sz="1200" dirty="0"/>
          </a:p>
          <a:p>
            <a:r>
              <a:rPr lang="ko-KR" altLang="en-US" sz="1200" dirty="0"/>
              <a:t>세로 길이에 맞게 사진들이 쌓이는 구조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&gt; </a:t>
            </a:r>
            <a:r>
              <a:rPr lang="ko-KR" altLang="en-US" sz="1200" dirty="0" err="1"/>
              <a:t>핀터레스트의</a:t>
            </a:r>
            <a:r>
              <a:rPr lang="ko-KR" altLang="en-US" sz="1200" dirty="0"/>
              <a:t> 적층 구조 사용</a:t>
            </a:r>
          </a:p>
        </p:txBody>
      </p:sp>
    </p:spTree>
    <p:extLst>
      <p:ext uri="{BB962C8B-B14F-4D97-AF65-F5344CB8AC3E}">
        <p14:creationId xmlns:p14="http://schemas.microsoft.com/office/powerpoint/2010/main" val="3596877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FAE11-AA39-2697-09A4-1173113C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4A3AF9-7948-7EBB-D382-8E37E9B64369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D32CA-AC93-98A0-53C9-C3A26D182737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경기 기록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F6F8DA-1BB1-360D-8C62-8233C23F6176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E3E1BD-D7F2-A185-5CA8-702EBB504D91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A9A66-1904-6C4E-1EAB-E3F020017290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9F423-6C3F-2FE2-5D03-7670F16DA82D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05CD11-541B-BD80-3DB8-33B1B3B71ECE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3C60D-1E88-0AA7-1117-AA0B7379F47F}"/>
              </a:ext>
            </a:extLst>
          </p:cNvPr>
          <p:cNvSpPr/>
          <p:nvPr/>
        </p:nvSpPr>
        <p:spPr>
          <a:xfrm>
            <a:off x="709896" y="5714544"/>
            <a:ext cx="1164079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CA9D54-F92F-E7F7-A202-CAB860BF6DF9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BA701-EC1C-CCB0-6CF5-74DAFD70F229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6106AB-1D74-DC88-83FA-72E223B1452D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9F7ACE2-729A-5BAB-5F99-5899467D9931}"/>
              </a:ext>
            </a:extLst>
          </p:cNvPr>
          <p:cNvSpPr/>
          <p:nvPr/>
        </p:nvSpPr>
        <p:spPr>
          <a:xfrm>
            <a:off x="598394" y="1756890"/>
            <a:ext cx="1722154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경기 명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대회이름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D84470-46F0-5C25-20BE-FDC0512684F7}"/>
              </a:ext>
            </a:extLst>
          </p:cNvPr>
          <p:cNvSpPr/>
          <p:nvPr/>
        </p:nvSpPr>
        <p:spPr>
          <a:xfrm>
            <a:off x="598394" y="2164629"/>
            <a:ext cx="3286575" cy="718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000 vs 000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31762-73EB-52D5-8AD2-48E8A4C6A9F1}"/>
              </a:ext>
            </a:extLst>
          </p:cNvPr>
          <p:cNvSpPr txBox="1"/>
          <p:nvPr/>
        </p:nvSpPr>
        <p:spPr>
          <a:xfrm>
            <a:off x="2303555" y="1753580"/>
            <a:ext cx="14173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000 vs 000 </a:t>
            </a:r>
            <a:r>
              <a:rPr lang="ko-KR" altLang="en-US" sz="1100" dirty="0"/>
              <a:t>기준으로 좌측 정렬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0D5782-DBF7-57DE-598B-CC948213C566}"/>
              </a:ext>
            </a:extLst>
          </p:cNvPr>
          <p:cNvSpPr/>
          <p:nvPr/>
        </p:nvSpPr>
        <p:spPr>
          <a:xfrm>
            <a:off x="598394" y="2944726"/>
            <a:ext cx="1025861" cy="279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날짜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22953CF-3A32-2771-9274-F62EB1799C4B}"/>
              </a:ext>
            </a:extLst>
          </p:cNvPr>
          <p:cNvSpPr/>
          <p:nvPr/>
        </p:nvSpPr>
        <p:spPr>
          <a:xfrm>
            <a:off x="1663019" y="2944726"/>
            <a:ext cx="1025861" cy="279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위치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E35EC8-530B-6C90-B293-7A025789D247}"/>
              </a:ext>
            </a:extLst>
          </p:cNvPr>
          <p:cNvSpPr/>
          <p:nvPr/>
        </p:nvSpPr>
        <p:spPr>
          <a:xfrm>
            <a:off x="2727644" y="2956517"/>
            <a:ext cx="1025861" cy="279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84EBE-F04A-3C60-D6CC-EB0BD35B5F83}"/>
              </a:ext>
            </a:extLst>
          </p:cNvPr>
          <p:cNvSpPr txBox="1"/>
          <p:nvPr/>
        </p:nvSpPr>
        <p:spPr>
          <a:xfrm>
            <a:off x="4051675" y="2903932"/>
            <a:ext cx="21560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? : ? (</a:t>
            </a:r>
            <a:r>
              <a:rPr lang="ko-KR" altLang="en-US" sz="1100" dirty="0"/>
              <a:t>승</a:t>
            </a:r>
            <a:r>
              <a:rPr lang="en-US" altLang="ko-KR" sz="1100" dirty="0"/>
              <a:t>) </a:t>
            </a:r>
            <a:r>
              <a:rPr lang="ko-KR" altLang="en-US" sz="1100" dirty="0"/>
              <a:t>이렇게 작성하고 결과에 따라 색상 변경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1A4AF1A-D0AF-79F6-E9F1-017E296C8572}"/>
              </a:ext>
            </a:extLst>
          </p:cNvPr>
          <p:cNvSpPr/>
          <p:nvPr/>
        </p:nvSpPr>
        <p:spPr>
          <a:xfrm>
            <a:off x="598393" y="3415825"/>
            <a:ext cx="3286575" cy="7188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스코어 보드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68DF811-0D3D-FE99-2076-185384F0CEF5}"/>
              </a:ext>
            </a:extLst>
          </p:cNvPr>
          <p:cNvSpPr/>
          <p:nvPr/>
        </p:nvSpPr>
        <p:spPr>
          <a:xfrm>
            <a:off x="610126" y="4183560"/>
            <a:ext cx="877876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승리투수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74D5F22-B961-4439-4B38-BA5B1D002585}"/>
              </a:ext>
            </a:extLst>
          </p:cNvPr>
          <p:cNvSpPr/>
          <p:nvPr/>
        </p:nvSpPr>
        <p:spPr>
          <a:xfrm>
            <a:off x="1548576" y="4183560"/>
            <a:ext cx="1025861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패전투수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A06208A-8F67-FE12-2DFE-ABD7DC3D6BED}"/>
              </a:ext>
            </a:extLst>
          </p:cNvPr>
          <p:cNvSpPr/>
          <p:nvPr/>
        </p:nvSpPr>
        <p:spPr>
          <a:xfrm>
            <a:off x="2602262" y="4192612"/>
            <a:ext cx="1025861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결승타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58E55B-C375-DEB7-1A98-086F3C5351BF}"/>
              </a:ext>
            </a:extLst>
          </p:cNvPr>
          <p:cNvSpPr txBox="1"/>
          <p:nvPr/>
        </p:nvSpPr>
        <p:spPr>
          <a:xfrm>
            <a:off x="4051675" y="4192612"/>
            <a:ext cx="17160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우리가 지면 작성하지 않는 것으로 </a:t>
            </a:r>
            <a:r>
              <a:rPr lang="en-US" altLang="ko-KR" sz="1100" dirty="0"/>
              <a:t>^^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7311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CA3B-ABB9-D044-9CE0-E61ECAED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371F5C-44C0-740D-BAB2-28192D9E4CB3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72211-AB9E-ED1B-9CCC-AA84A0997C7F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경기 기록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7B5718-23F2-0275-9D68-5B72367899EC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C232F7-862F-37D7-B5D6-EC0F157E3637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860BC-A48C-8DAA-056B-DB6B6043D35F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3F23A-3C40-18B2-95AD-89F17174093B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094A0C-DC95-F4F2-14A5-5EFC35D54ACA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3FF58CA-0C41-0C52-91C7-87D4701D8AD3}"/>
              </a:ext>
            </a:extLst>
          </p:cNvPr>
          <p:cNvSpPr/>
          <p:nvPr/>
        </p:nvSpPr>
        <p:spPr>
          <a:xfrm>
            <a:off x="709896" y="5714544"/>
            <a:ext cx="1164079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A2AF5B-C310-C611-A0E0-BEBF1E33BCB6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CFD25F-494E-D397-F798-5EC3774BEC21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364768-59F5-82D8-7E0E-8AB32D8FEEEF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7B794D-6E8A-EE2E-82BD-D67B0D86F2DA}"/>
              </a:ext>
            </a:extLst>
          </p:cNvPr>
          <p:cNvSpPr/>
          <p:nvPr/>
        </p:nvSpPr>
        <p:spPr>
          <a:xfrm>
            <a:off x="673444" y="1843849"/>
            <a:ext cx="1819438" cy="35434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스타팅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라인업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E6C141-D469-DDDF-A15B-C757C128293E}"/>
              </a:ext>
            </a:extLst>
          </p:cNvPr>
          <p:cNvSpPr/>
          <p:nvPr/>
        </p:nvSpPr>
        <p:spPr>
          <a:xfrm>
            <a:off x="2565173" y="1843849"/>
            <a:ext cx="1365368" cy="1037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투수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라인업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C5D288-332C-CD41-FB77-32324704C2AF}"/>
              </a:ext>
            </a:extLst>
          </p:cNvPr>
          <p:cNvSpPr txBox="1"/>
          <p:nvPr/>
        </p:nvSpPr>
        <p:spPr>
          <a:xfrm>
            <a:off x="4120698" y="1886058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스타팅 라인업 정보</a:t>
            </a:r>
            <a:endParaRPr lang="en-US" altLang="ko-KR" sz="1200" dirty="0"/>
          </a:p>
          <a:p>
            <a:r>
              <a:rPr lang="ko-KR" altLang="en-US" sz="1200" dirty="0"/>
              <a:t>번호 이름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 </a:t>
            </a:r>
            <a:r>
              <a:rPr lang="ko-KR" altLang="en-US" sz="1200" dirty="0"/>
              <a:t>포지션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1CDF3-A0AE-61BF-C914-13DB08342E6C}"/>
              </a:ext>
            </a:extLst>
          </p:cNvPr>
          <p:cNvSpPr/>
          <p:nvPr/>
        </p:nvSpPr>
        <p:spPr>
          <a:xfrm>
            <a:off x="2565173" y="3011641"/>
            <a:ext cx="1365368" cy="964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교체 명단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4E115-C2AF-201D-6845-F3AB1FF5E86F}"/>
              </a:ext>
            </a:extLst>
          </p:cNvPr>
          <p:cNvSpPr txBox="1"/>
          <p:nvPr/>
        </p:nvSpPr>
        <p:spPr>
          <a:xfrm>
            <a:off x="4120697" y="2461945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투수 라인업</a:t>
            </a:r>
            <a:endParaRPr lang="en-US" altLang="ko-KR" sz="1200" dirty="0"/>
          </a:p>
          <a:p>
            <a:r>
              <a:rPr lang="ko-KR" altLang="en-US" sz="1200" dirty="0"/>
              <a:t>이름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 </a:t>
            </a:r>
            <a:r>
              <a:rPr lang="ko-KR" altLang="en-US" sz="1200" dirty="0"/>
              <a:t>이닝 </a:t>
            </a:r>
            <a:endParaRPr lang="en-US" altLang="ko-KR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7112C-4D34-3548-7C60-6184152AD610}"/>
              </a:ext>
            </a:extLst>
          </p:cNvPr>
          <p:cNvSpPr txBox="1"/>
          <p:nvPr/>
        </p:nvSpPr>
        <p:spPr>
          <a:xfrm>
            <a:off x="4120697" y="3044623"/>
            <a:ext cx="3150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교체 명단</a:t>
            </a:r>
            <a:endParaRPr lang="en-US" altLang="ko-KR" sz="1200" dirty="0"/>
          </a:p>
          <a:p>
            <a:r>
              <a:rPr lang="ko-KR" altLang="en-US" sz="1200" dirty="0"/>
              <a:t>이닝 이름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 </a:t>
            </a:r>
            <a:r>
              <a:rPr lang="ko-KR" altLang="en-US" sz="1200" dirty="0"/>
              <a:t>교체사유 </a:t>
            </a:r>
            <a:r>
              <a:rPr lang="ko-KR" altLang="en-US" sz="1200" dirty="0" err="1"/>
              <a:t>교체된선수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배번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*</a:t>
            </a:r>
            <a:r>
              <a:rPr lang="ko-KR" altLang="en-US" sz="1200" dirty="0"/>
              <a:t>교체 사유는 대타 혹은 대수비로 작성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17359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EAAE8-C1C4-D636-6E7E-096C7680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96A206-9A6A-FDFD-EA1F-3880B167C95B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4B087-40DE-F0D9-11F1-79A12919A65A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경기 기록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E59A84-C2A0-7C64-49AB-1104E65A0D3B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366B3E-016B-9E45-D3B9-9C358F470B62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0C5CF-1397-D9D6-51DC-565E1C0D5041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9A0D2-A66D-12FF-FF3C-4113F48D1815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ECDEF-4B6D-E1E2-5DA4-0A059C085296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503FE0-00A1-941D-33EF-D6419D4F884B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FB4E40-9004-F996-5B4B-C40DAFF4B0C6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5C99B3-5C50-D3FD-740C-67E444AFBE3C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E9D13C-74F4-D64C-9502-7FE7A34FF643}"/>
              </a:ext>
            </a:extLst>
          </p:cNvPr>
          <p:cNvSpPr/>
          <p:nvPr/>
        </p:nvSpPr>
        <p:spPr>
          <a:xfrm>
            <a:off x="691389" y="182519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사진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67B19A-5F4C-5459-A139-C798340B8993}"/>
              </a:ext>
            </a:extLst>
          </p:cNvPr>
          <p:cNvSpPr/>
          <p:nvPr/>
        </p:nvSpPr>
        <p:spPr>
          <a:xfrm>
            <a:off x="691389" y="2524143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0509AD2-72DE-3295-B405-E097C209CD02}"/>
              </a:ext>
            </a:extLst>
          </p:cNvPr>
          <p:cNvSpPr/>
          <p:nvPr/>
        </p:nvSpPr>
        <p:spPr>
          <a:xfrm>
            <a:off x="2471904" y="2524142"/>
            <a:ext cx="1413066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98C423-1BE2-0EF0-5D4B-C2019F0EC6D2}"/>
              </a:ext>
            </a:extLst>
          </p:cNvPr>
          <p:cNvSpPr/>
          <p:nvPr/>
        </p:nvSpPr>
        <p:spPr>
          <a:xfrm>
            <a:off x="673444" y="4251090"/>
            <a:ext cx="1638677" cy="1365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4338F4-7FF9-3CB0-C341-DCA0052F6F86}"/>
              </a:ext>
            </a:extLst>
          </p:cNvPr>
          <p:cNvSpPr/>
          <p:nvPr/>
        </p:nvSpPr>
        <p:spPr>
          <a:xfrm>
            <a:off x="691389" y="3540303"/>
            <a:ext cx="1638677" cy="5711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7BF8AB-83C9-23CD-0CB2-66A1C2C2B01A}"/>
              </a:ext>
            </a:extLst>
          </p:cNvPr>
          <p:cNvSpPr/>
          <p:nvPr/>
        </p:nvSpPr>
        <p:spPr>
          <a:xfrm>
            <a:off x="2471904" y="3540301"/>
            <a:ext cx="1413066" cy="1547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69DC64-6BC7-177E-B424-50AB58595183}"/>
              </a:ext>
            </a:extLst>
          </p:cNvPr>
          <p:cNvSpPr txBox="1"/>
          <p:nvPr/>
        </p:nvSpPr>
        <p:spPr>
          <a:xfrm>
            <a:off x="4144670" y="3298511"/>
            <a:ext cx="30732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줄 혹은 </a:t>
            </a:r>
            <a:r>
              <a:rPr lang="en-US" altLang="ko-KR" sz="1200" dirty="0"/>
              <a:t>3</a:t>
            </a:r>
            <a:r>
              <a:rPr lang="ko-KR" altLang="en-US" sz="1200" dirty="0"/>
              <a:t>줄로 전시하되</a:t>
            </a:r>
            <a:endParaRPr lang="en-US" altLang="ko-KR" sz="1200" dirty="0"/>
          </a:p>
          <a:p>
            <a:r>
              <a:rPr lang="ko-KR" altLang="en-US" sz="1200" dirty="0"/>
              <a:t>가로 길이를 기준으로 세로 길이를 정하고</a:t>
            </a:r>
            <a:endParaRPr lang="en-US" altLang="ko-KR" sz="1200" dirty="0"/>
          </a:p>
          <a:p>
            <a:r>
              <a:rPr lang="ko-KR" altLang="en-US" sz="1200" dirty="0"/>
              <a:t>세로 길이에 맞게 사진들이 쌓이는 구조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&gt; </a:t>
            </a:r>
            <a:r>
              <a:rPr lang="ko-KR" altLang="en-US" sz="1200" dirty="0" err="1"/>
              <a:t>핀터레스트의</a:t>
            </a:r>
            <a:r>
              <a:rPr lang="ko-KR" altLang="en-US" sz="1200" dirty="0"/>
              <a:t> 적층 구조 사용</a:t>
            </a:r>
          </a:p>
        </p:txBody>
      </p:sp>
    </p:spTree>
    <p:extLst>
      <p:ext uri="{BB962C8B-B14F-4D97-AF65-F5344CB8AC3E}">
        <p14:creationId xmlns:p14="http://schemas.microsoft.com/office/powerpoint/2010/main" val="1727608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7CA74-0243-059A-CA8E-21434A314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4F9F9A-3457-09F5-FA47-974CA0BEE235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F91BA-ECE3-97C5-1806-C59643F4DAE4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경기 일정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947E0B-4F12-A01F-7E14-5C9B2F2648D4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31B70C-E4D7-7B23-40AE-7B6198E694C6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6B0321-9919-75AF-AE34-AD9A63CD9AD2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983AC-9439-5C71-AF27-D96F4CA6373B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5ABA16-550B-AC9C-B19B-BA8BBC0DF429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7B180-2BD5-1EDB-B247-D8814777D79F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450B401-37C1-E4A9-1A43-7D94F0112350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27EE8A-0DEC-336D-290F-346075DF32BB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D44C6D-EDA8-4B8C-511F-6E8B1BFB1352}"/>
              </a:ext>
            </a:extLst>
          </p:cNvPr>
          <p:cNvSpPr txBox="1"/>
          <p:nvPr/>
        </p:nvSpPr>
        <p:spPr>
          <a:xfrm>
            <a:off x="2703657" y="1731049"/>
            <a:ext cx="3398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년도와 월은 </a:t>
            </a:r>
            <a:r>
              <a:rPr lang="en-US" altLang="ko-KR" sz="1200" dirty="0"/>
              <a:t>select box </a:t>
            </a:r>
            <a:r>
              <a:rPr lang="ko-KR" altLang="en-US" sz="1200" dirty="0"/>
              <a:t>사용 하는 것으로</a:t>
            </a:r>
            <a:endParaRPr lang="en-US" altLang="ko-KR" sz="1200" dirty="0"/>
          </a:p>
          <a:p>
            <a:r>
              <a:rPr lang="ko-KR" altLang="en-US" sz="1200" dirty="0"/>
              <a:t>년도는 그냥 코드로 직접 </a:t>
            </a:r>
            <a:r>
              <a:rPr lang="en-US" altLang="ko-KR" sz="1200" dirty="0"/>
              <a:t>2026~2030</a:t>
            </a:r>
            <a:r>
              <a:rPr lang="ko-KR" altLang="en-US" sz="1200" dirty="0"/>
              <a:t>까지 입력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DE6AD5-3722-4868-D31D-B8E90D8A7C75}"/>
              </a:ext>
            </a:extLst>
          </p:cNvPr>
          <p:cNvSpPr/>
          <p:nvPr/>
        </p:nvSpPr>
        <p:spPr>
          <a:xfrm>
            <a:off x="833229" y="2221713"/>
            <a:ext cx="1638677" cy="3298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월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026E861-9293-5789-DA41-C81E3B893B63}"/>
              </a:ext>
            </a:extLst>
          </p:cNvPr>
          <p:cNvSpPr/>
          <p:nvPr/>
        </p:nvSpPr>
        <p:spPr>
          <a:xfrm>
            <a:off x="2471906" y="2221713"/>
            <a:ext cx="5595040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651575-2DFE-BBFC-BDC0-FF1D871E3CDB}"/>
              </a:ext>
            </a:extLst>
          </p:cNvPr>
          <p:cNvSpPr/>
          <p:nvPr/>
        </p:nvSpPr>
        <p:spPr>
          <a:xfrm>
            <a:off x="833229" y="1825191"/>
            <a:ext cx="935214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년도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DC814C-9125-241A-C534-594CA27FBEF4}"/>
              </a:ext>
            </a:extLst>
          </p:cNvPr>
          <p:cNvSpPr/>
          <p:nvPr/>
        </p:nvSpPr>
        <p:spPr>
          <a:xfrm>
            <a:off x="1768443" y="1825191"/>
            <a:ext cx="935214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5D4C61-7FF5-418D-AE3D-61C77E0B97A6}"/>
              </a:ext>
            </a:extLst>
          </p:cNvPr>
          <p:cNvSpPr/>
          <p:nvPr/>
        </p:nvSpPr>
        <p:spPr>
          <a:xfrm>
            <a:off x="2471905" y="2571496"/>
            <a:ext cx="5595039" cy="2948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04A439-38C0-1431-2603-0E93506DBA77}"/>
              </a:ext>
            </a:extLst>
          </p:cNvPr>
          <p:cNvSpPr/>
          <p:nvPr/>
        </p:nvSpPr>
        <p:spPr>
          <a:xfrm>
            <a:off x="2535772" y="2676443"/>
            <a:ext cx="875166" cy="10212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BFE706-BF61-FFCF-AEBC-BE77EDEE798D}"/>
              </a:ext>
            </a:extLst>
          </p:cNvPr>
          <p:cNvSpPr txBox="1"/>
          <p:nvPr/>
        </p:nvSpPr>
        <p:spPr>
          <a:xfrm>
            <a:off x="2535772" y="267644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34A51E-C609-31FF-E9A6-3A4CDB74199C}"/>
              </a:ext>
            </a:extLst>
          </p:cNvPr>
          <p:cNvSpPr txBox="1"/>
          <p:nvPr/>
        </p:nvSpPr>
        <p:spPr>
          <a:xfrm>
            <a:off x="2535772" y="2956258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13:00 </a:t>
            </a:r>
          </a:p>
          <a:p>
            <a:r>
              <a:rPr lang="en-US" altLang="ko-KR" sz="1200" dirty="0"/>
              <a:t>5:3 (</a:t>
            </a:r>
            <a:r>
              <a:rPr lang="ko-KR" altLang="en-US" sz="1200" dirty="0"/>
              <a:t>승</a:t>
            </a:r>
            <a:r>
              <a:rPr lang="en-US" altLang="ko-KR" sz="1200" dirty="0"/>
              <a:t>)</a:t>
            </a:r>
          </a:p>
          <a:p>
            <a:r>
              <a:rPr lang="ko-KR" altLang="en-US" sz="1200" dirty="0"/>
              <a:t>보은야구장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F1AB78-FDB0-0043-7212-3ECB0F0DC956}"/>
              </a:ext>
            </a:extLst>
          </p:cNvPr>
          <p:cNvSpPr txBox="1"/>
          <p:nvPr/>
        </p:nvSpPr>
        <p:spPr>
          <a:xfrm>
            <a:off x="8299125" y="2571496"/>
            <a:ext cx="26180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클릭하면 경기 결과로 이동하고</a:t>
            </a:r>
            <a:endParaRPr lang="en-US" altLang="ko-KR" sz="1200" dirty="0"/>
          </a:p>
          <a:p>
            <a:r>
              <a:rPr lang="ko-KR" altLang="en-US" sz="1200" dirty="0"/>
              <a:t>아직 결과가 없으면</a:t>
            </a:r>
            <a:endParaRPr lang="en-US" altLang="ko-KR" sz="1200" dirty="0"/>
          </a:p>
          <a:p>
            <a:r>
              <a:rPr lang="ko-KR" altLang="en-US" sz="1200" dirty="0"/>
              <a:t>그냥 팝업으로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아직 경기가 진행되지 않았습니다</a:t>
            </a:r>
            <a:r>
              <a:rPr lang="en-US" altLang="ko-KR" sz="1200" dirty="0"/>
              <a:t>“</a:t>
            </a:r>
          </a:p>
          <a:p>
            <a:r>
              <a:rPr lang="ko-KR" altLang="en-US" sz="1200" dirty="0"/>
              <a:t>띄우는 것으로 처리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경기가 진행되었다면 점수 전시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160328-DF00-E212-7261-E91E2AF2744A}"/>
              </a:ext>
            </a:extLst>
          </p:cNvPr>
          <p:cNvSpPr/>
          <p:nvPr/>
        </p:nvSpPr>
        <p:spPr>
          <a:xfrm>
            <a:off x="3501279" y="2673627"/>
            <a:ext cx="875166" cy="10212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24A65E-D121-A099-E05F-CC5FF45A6FCC}"/>
              </a:ext>
            </a:extLst>
          </p:cNvPr>
          <p:cNvSpPr txBox="1"/>
          <p:nvPr/>
        </p:nvSpPr>
        <p:spPr>
          <a:xfrm>
            <a:off x="3501279" y="267362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D5C707-4AA0-882C-8B58-27AE78525D63}"/>
              </a:ext>
            </a:extLst>
          </p:cNvPr>
          <p:cNvSpPr txBox="1"/>
          <p:nvPr/>
        </p:nvSpPr>
        <p:spPr>
          <a:xfrm>
            <a:off x="3501279" y="2953442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13:00 </a:t>
            </a:r>
          </a:p>
          <a:p>
            <a:r>
              <a:rPr lang="en-US" altLang="ko-KR" sz="1200" dirty="0"/>
              <a:t>vs 000</a:t>
            </a:r>
          </a:p>
          <a:p>
            <a:r>
              <a:rPr lang="ko-KR" altLang="en-US" sz="1200" dirty="0"/>
              <a:t>보은야구장</a:t>
            </a:r>
          </a:p>
        </p:txBody>
      </p:sp>
    </p:spTree>
    <p:extLst>
      <p:ext uri="{BB962C8B-B14F-4D97-AF65-F5344CB8AC3E}">
        <p14:creationId xmlns:p14="http://schemas.microsoft.com/office/powerpoint/2010/main" val="156785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987BE-D875-CD16-CF8B-6A8E9422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D74CD5-4926-C493-1548-288499669B7D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8E48E-E1E5-9167-0049-9E69DEC56F6F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경기 일정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CDE64D-3FEB-CA19-9AD8-0F813D05C180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F160E3-6E96-0B86-07EA-02D025143E5F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29AE0-DC9A-0C55-4917-90115B1E2540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110E9-18E2-F37B-41DE-488EE8245858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0890C6-2DE2-EDDC-1BE7-2181D4F55E61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5813D5F-B230-3091-BAE4-A883DDE0F462}"/>
              </a:ext>
            </a:extLst>
          </p:cNvPr>
          <p:cNvSpPr/>
          <p:nvPr/>
        </p:nvSpPr>
        <p:spPr>
          <a:xfrm>
            <a:off x="709896" y="5714544"/>
            <a:ext cx="1164079" cy="343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272810-04AD-C630-A9E2-F030C246407E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B1CCA0-F4D2-C537-0679-C3E6A4C46CB9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4834CC-4411-A5DA-5B28-80437F4BC062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3FDD31-863D-00AD-0429-F83E3B99A269}"/>
              </a:ext>
            </a:extLst>
          </p:cNvPr>
          <p:cNvSpPr/>
          <p:nvPr/>
        </p:nvSpPr>
        <p:spPr>
          <a:xfrm>
            <a:off x="673444" y="1799566"/>
            <a:ext cx="935214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년도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492E98-DDAF-4D94-DF1D-9236650C5EBC}"/>
              </a:ext>
            </a:extLst>
          </p:cNvPr>
          <p:cNvSpPr/>
          <p:nvPr/>
        </p:nvSpPr>
        <p:spPr>
          <a:xfrm>
            <a:off x="1608658" y="1799566"/>
            <a:ext cx="935214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CB4508-6E46-F1A8-4412-8DF0A2A10EC1}"/>
              </a:ext>
            </a:extLst>
          </p:cNvPr>
          <p:cNvSpPr txBox="1"/>
          <p:nvPr/>
        </p:nvSpPr>
        <p:spPr>
          <a:xfrm>
            <a:off x="4084287" y="1727020"/>
            <a:ext cx="3398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년도와 월은 </a:t>
            </a:r>
            <a:r>
              <a:rPr lang="en-US" altLang="ko-KR" sz="1200" dirty="0"/>
              <a:t>select box </a:t>
            </a:r>
            <a:r>
              <a:rPr lang="ko-KR" altLang="en-US" sz="1200" dirty="0"/>
              <a:t>사용 하는 것으로</a:t>
            </a:r>
            <a:endParaRPr lang="en-US" altLang="ko-KR" sz="1200" dirty="0"/>
          </a:p>
          <a:p>
            <a:r>
              <a:rPr lang="ko-KR" altLang="en-US" sz="1200" dirty="0"/>
              <a:t>년도는 그냥 코드로 직접 </a:t>
            </a:r>
            <a:r>
              <a:rPr lang="en-US" altLang="ko-KR" sz="1200" dirty="0"/>
              <a:t>2026~2030</a:t>
            </a:r>
            <a:r>
              <a:rPr lang="ko-KR" altLang="en-US" sz="1200" dirty="0"/>
              <a:t>까지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3A710C-FBE7-E749-44FB-8874951BE142}"/>
              </a:ext>
            </a:extLst>
          </p:cNvPr>
          <p:cNvSpPr/>
          <p:nvPr/>
        </p:nvSpPr>
        <p:spPr>
          <a:xfrm>
            <a:off x="675987" y="2221713"/>
            <a:ext cx="361828" cy="3298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6FEC68-7D08-1978-6145-914552A4946C}"/>
              </a:ext>
            </a:extLst>
          </p:cNvPr>
          <p:cNvSpPr/>
          <p:nvPr/>
        </p:nvSpPr>
        <p:spPr>
          <a:xfrm>
            <a:off x="1037816" y="2218339"/>
            <a:ext cx="2847154" cy="349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요일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FC9D3C8-C245-213A-F260-8419BE0FB2EA}"/>
              </a:ext>
            </a:extLst>
          </p:cNvPr>
          <p:cNvSpPr/>
          <p:nvPr/>
        </p:nvSpPr>
        <p:spPr>
          <a:xfrm>
            <a:off x="1037815" y="2568122"/>
            <a:ext cx="2847154" cy="2948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9A6938-3E6D-C5C4-F52E-2829EAB23A59}"/>
              </a:ext>
            </a:extLst>
          </p:cNvPr>
          <p:cNvSpPr/>
          <p:nvPr/>
        </p:nvSpPr>
        <p:spPr>
          <a:xfrm>
            <a:off x="1120483" y="2676442"/>
            <a:ext cx="628983" cy="752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C633D-01A3-D61C-54BD-A47DC3F54130}"/>
              </a:ext>
            </a:extLst>
          </p:cNvPr>
          <p:cNvSpPr txBox="1"/>
          <p:nvPr/>
        </p:nvSpPr>
        <p:spPr>
          <a:xfrm>
            <a:off x="1120483" y="2681213"/>
            <a:ext cx="2407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</a:t>
            </a:r>
            <a:endParaRPr lang="ko-KR" altLang="en-US" sz="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0CDACD-6A09-5E27-8595-2D7A99AADA49}"/>
              </a:ext>
            </a:extLst>
          </p:cNvPr>
          <p:cNvSpPr txBox="1"/>
          <p:nvPr/>
        </p:nvSpPr>
        <p:spPr>
          <a:xfrm>
            <a:off x="1120483" y="2961028"/>
            <a:ext cx="697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13:00 </a:t>
            </a:r>
          </a:p>
          <a:p>
            <a:r>
              <a:rPr lang="en-US" altLang="ko-KR" sz="800" dirty="0"/>
              <a:t>vs 000</a:t>
            </a:r>
          </a:p>
          <a:p>
            <a:r>
              <a:rPr lang="ko-KR" altLang="en-US" sz="800" dirty="0"/>
              <a:t>보은야구장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354A1C-6322-9230-378D-16ED0704B222}"/>
              </a:ext>
            </a:extLst>
          </p:cNvPr>
          <p:cNvSpPr txBox="1"/>
          <p:nvPr/>
        </p:nvSpPr>
        <p:spPr>
          <a:xfrm>
            <a:off x="4019551" y="3048085"/>
            <a:ext cx="27142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클릭하면 경기 결과로 이동하고</a:t>
            </a:r>
            <a:endParaRPr lang="en-US" altLang="ko-KR" sz="1200" dirty="0"/>
          </a:p>
          <a:p>
            <a:r>
              <a:rPr lang="ko-KR" altLang="en-US" sz="1200" dirty="0"/>
              <a:t>아직 결과가 없으면</a:t>
            </a:r>
            <a:endParaRPr lang="en-US" altLang="ko-KR" sz="1200" dirty="0"/>
          </a:p>
          <a:p>
            <a:r>
              <a:rPr lang="ko-KR" altLang="en-US" sz="1200" dirty="0"/>
              <a:t>그냥 팝업으로</a:t>
            </a:r>
            <a:endParaRPr lang="en-US" altLang="ko-KR" sz="1200" dirty="0"/>
          </a:p>
          <a:p>
            <a:r>
              <a:rPr lang="en-US" altLang="ko-KR" sz="1200" dirty="0"/>
              <a:t>“</a:t>
            </a:r>
            <a:r>
              <a:rPr lang="ko-KR" altLang="en-US" sz="1200" dirty="0"/>
              <a:t>아직 경기가 진행되지 않았습니다</a:t>
            </a:r>
            <a:r>
              <a:rPr lang="en-US" altLang="ko-KR" sz="1200" dirty="0"/>
              <a:t>“</a:t>
            </a:r>
          </a:p>
          <a:p>
            <a:r>
              <a:rPr lang="ko-KR" altLang="en-US" sz="1200" dirty="0"/>
              <a:t>띄우는 것으로 처리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DFAE26-1370-9064-C7CD-BA225E0413DB}"/>
              </a:ext>
            </a:extLst>
          </p:cNvPr>
          <p:cNvSpPr/>
          <p:nvPr/>
        </p:nvSpPr>
        <p:spPr>
          <a:xfrm>
            <a:off x="1805099" y="2689785"/>
            <a:ext cx="628983" cy="752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9F779-8C23-4855-DC17-A549AACBF529}"/>
              </a:ext>
            </a:extLst>
          </p:cNvPr>
          <p:cNvSpPr txBox="1"/>
          <p:nvPr/>
        </p:nvSpPr>
        <p:spPr>
          <a:xfrm>
            <a:off x="1805099" y="2694556"/>
            <a:ext cx="2407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2</a:t>
            </a:r>
            <a:endParaRPr lang="ko-KR" altLang="en-US" sz="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BD4A70-8E0C-BFBA-4104-AF4DFA7F13C3}"/>
              </a:ext>
            </a:extLst>
          </p:cNvPr>
          <p:cNvSpPr txBox="1"/>
          <p:nvPr/>
        </p:nvSpPr>
        <p:spPr>
          <a:xfrm>
            <a:off x="1805099" y="2974371"/>
            <a:ext cx="522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13:00 </a:t>
            </a:r>
          </a:p>
          <a:p>
            <a:r>
              <a:rPr lang="en-US" altLang="ko-KR" sz="800" dirty="0"/>
              <a:t>vs 000</a:t>
            </a:r>
          </a:p>
          <a:p>
            <a:r>
              <a:rPr lang="en-US" altLang="ko-KR" sz="800" dirty="0"/>
              <a:t>5:3 (</a:t>
            </a:r>
            <a:r>
              <a:rPr lang="ko-KR" altLang="en-US" sz="800" dirty="0"/>
              <a:t>승</a:t>
            </a:r>
            <a:r>
              <a:rPr lang="en-US" altLang="ko-KR" sz="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9912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F20C-F4F1-6F94-8847-11B98A63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8A10EB7-11ED-33F9-CBB6-3693E47AD905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CE295-5DBC-3FFF-11B3-2AB934E0C76B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경기 외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0D7278-8746-F874-05C5-822F0886B10B}"/>
              </a:ext>
            </a:extLst>
          </p:cNvPr>
          <p:cNvSpPr/>
          <p:nvPr/>
        </p:nvSpPr>
        <p:spPr>
          <a:xfrm>
            <a:off x="549552" y="726540"/>
            <a:ext cx="7659232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0C94F0-E60A-7DD4-CB07-ABBF6CC3081D}"/>
              </a:ext>
            </a:extLst>
          </p:cNvPr>
          <p:cNvSpPr/>
          <p:nvPr/>
        </p:nvSpPr>
        <p:spPr>
          <a:xfrm>
            <a:off x="691390" y="932245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032E20-D36E-0078-F001-51EDB8F16CE1}"/>
              </a:ext>
            </a:extLst>
          </p:cNvPr>
          <p:cNvSpPr/>
          <p:nvPr/>
        </p:nvSpPr>
        <p:spPr>
          <a:xfrm>
            <a:off x="2471906" y="932245"/>
            <a:ext cx="5595040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카테고리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066D7-6454-9C46-28D8-A33156814C86}"/>
              </a:ext>
            </a:extLst>
          </p:cNvPr>
          <p:cNvSpPr txBox="1"/>
          <p:nvPr/>
        </p:nvSpPr>
        <p:spPr>
          <a:xfrm>
            <a:off x="8275977" y="1075795"/>
            <a:ext cx="21948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토글을</a:t>
            </a:r>
            <a:r>
              <a:rPr lang="ko-KR" altLang="en-US" sz="1200" dirty="0"/>
              <a:t> 누르면 펼쳐지는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625111-E17D-2C0E-26A1-6CF77662DC7A}"/>
              </a:ext>
            </a:extLst>
          </p:cNvPr>
          <p:cNvSpPr/>
          <p:nvPr/>
        </p:nvSpPr>
        <p:spPr>
          <a:xfrm>
            <a:off x="549552" y="5617029"/>
            <a:ext cx="7659232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CB771-B6D3-26C1-0A88-10703144A754}"/>
              </a:ext>
            </a:extLst>
          </p:cNvPr>
          <p:cNvSpPr txBox="1"/>
          <p:nvPr/>
        </p:nvSpPr>
        <p:spPr>
          <a:xfrm>
            <a:off x="8208784" y="5854460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561544-A38A-B22D-7A16-0329B289F0D8}"/>
              </a:ext>
            </a:extLst>
          </p:cNvPr>
          <p:cNvSpPr/>
          <p:nvPr/>
        </p:nvSpPr>
        <p:spPr>
          <a:xfrm>
            <a:off x="691390" y="5740169"/>
            <a:ext cx="2281965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>
                <a:solidFill>
                  <a:schemeClr val="tx1"/>
                </a:solidFill>
              </a:rPr>
              <a:t>COPYRIGHT© </a:t>
            </a:r>
            <a:r>
              <a:rPr lang="ko-KR" altLang="en-US" sz="1050" dirty="0" err="1">
                <a:solidFill>
                  <a:schemeClr val="tx1"/>
                </a:solidFill>
              </a:rPr>
              <a:t>어쩌구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C06EF4-5430-7748-E753-AFB9086D3D41}"/>
              </a:ext>
            </a:extLst>
          </p:cNvPr>
          <p:cNvSpPr/>
          <p:nvPr/>
        </p:nvSpPr>
        <p:spPr>
          <a:xfrm>
            <a:off x="6527394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관리자 페이지 버튼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AD3647-BAFD-C26D-A575-F859D172244E}"/>
              </a:ext>
            </a:extLst>
          </p:cNvPr>
          <p:cNvSpPr/>
          <p:nvPr/>
        </p:nvSpPr>
        <p:spPr>
          <a:xfrm>
            <a:off x="691389" y="182519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E10436-3099-C53E-BD16-47AA6A02F921}"/>
              </a:ext>
            </a:extLst>
          </p:cNvPr>
          <p:cNvSpPr/>
          <p:nvPr/>
        </p:nvSpPr>
        <p:spPr>
          <a:xfrm>
            <a:off x="691389" y="2524143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442076-B0BB-50EF-D57C-E8E9647AB219}"/>
              </a:ext>
            </a:extLst>
          </p:cNvPr>
          <p:cNvSpPr txBox="1"/>
          <p:nvPr/>
        </p:nvSpPr>
        <p:spPr>
          <a:xfrm>
            <a:off x="2330066" y="1852381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제목</a:t>
            </a:r>
            <a:endParaRPr lang="en-US" altLang="ko-KR" sz="1200" dirty="0"/>
          </a:p>
          <a:p>
            <a:r>
              <a:rPr lang="ko-KR" altLang="en-US" sz="1200" dirty="0"/>
              <a:t>날짜 식으로 작성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F08A214-6B64-49DB-A07C-E139B56D3EE0}"/>
              </a:ext>
            </a:extLst>
          </p:cNvPr>
          <p:cNvSpPr/>
          <p:nvPr/>
        </p:nvSpPr>
        <p:spPr>
          <a:xfrm>
            <a:off x="2471903" y="2524142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B3B1EF-DDC5-507D-ABA9-DB55EE0F2F23}"/>
              </a:ext>
            </a:extLst>
          </p:cNvPr>
          <p:cNvSpPr/>
          <p:nvPr/>
        </p:nvSpPr>
        <p:spPr>
          <a:xfrm>
            <a:off x="4252417" y="2524141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12EE330-0705-0288-97C5-4F2273E74068}"/>
              </a:ext>
            </a:extLst>
          </p:cNvPr>
          <p:cNvSpPr/>
          <p:nvPr/>
        </p:nvSpPr>
        <p:spPr>
          <a:xfrm>
            <a:off x="6032931" y="2524140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B14A0D-7203-ECC5-4012-1F1C625F7846}"/>
              </a:ext>
            </a:extLst>
          </p:cNvPr>
          <p:cNvSpPr/>
          <p:nvPr/>
        </p:nvSpPr>
        <p:spPr>
          <a:xfrm>
            <a:off x="691389" y="3540302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580C9-61CA-942F-5BDD-9CC08CDD1F3D}"/>
              </a:ext>
            </a:extLst>
          </p:cNvPr>
          <p:cNvSpPr/>
          <p:nvPr/>
        </p:nvSpPr>
        <p:spPr>
          <a:xfrm>
            <a:off x="2471903" y="3540301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6AAFAE-23E8-2FE0-8E3D-0357C9D186CC}"/>
              </a:ext>
            </a:extLst>
          </p:cNvPr>
          <p:cNvSpPr/>
          <p:nvPr/>
        </p:nvSpPr>
        <p:spPr>
          <a:xfrm>
            <a:off x="4252417" y="3540300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86A467F-117C-3010-677B-834859497D94}"/>
              </a:ext>
            </a:extLst>
          </p:cNvPr>
          <p:cNvSpPr/>
          <p:nvPr/>
        </p:nvSpPr>
        <p:spPr>
          <a:xfrm>
            <a:off x="6032931" y="3540299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49BBDE-A267-1ECE-1419-6B541523DE3C}"/>
              </a:ext>
            </a:extLst>
          </p:cNvPr>
          <p:cNvSpPr/>
          <p:nvPr/>
        </p:nvSpPr>
        <p:spPr>
          <a:xfrm>
            <a:off x="691389" y="4578664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C51F20-4D52-44BE-F6ED-CD035AB3B37B}"/>
              </a:ext>
            </a:extLst>
          </p:cNvPr>
          <p:cNvSpPr/>
          <p:nvPr/>
        </p:nvSpPr>
        <p:spPr>
          <a:xfrm>
            <a:off x="2471903" y="4578663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308DE90-5B78-6D2E-9192-B6DD2A9A68CF}"/>
              </a:ext>
            </a:extLst>
          </p:cNvPr>
          <p:cNvSpPr/>
          <p:nvPr/>
        </p:nvSpPr>
        <p:spPr>
          <a:xfrm>
            <a:off x="4252417" y="4578662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20ABDD4-1327-1725-AACD-30DD7C11457C}"/>
              </a:ext>
            </a:extLst>
          </p:cNvPr>
          <p:cNvSpPr/>
          <p:nvPr/>
        </p:nvSpPr>
        <p:spPr>
          <a:xfrm>
            <a:off x="6032931" y="4578661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CC32C7-AF56-D254-C17D-35025143B90B}"/>
              </a:ext>
            </a:extLst>
          </p:cNvPr>
          <p:cNvSpPr txBox="1"/>
          <p:nvPr/>
        </p:nvSpPr>
        <p:spPr>
          <a:xfrm>
            <a:off x="8350621" y="3095795"/>
            <a:ext cx="30732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</a:t>
            </a:r>
            <a:r>
              <a:rPr lang="ko-KR" altLang="en-US" sz="1200" dirty="0"/>
              <a:t>줄 혹은 </a:t>
            </a:r>
            <a:r>
              <a:rPr lang="en-US" altLang="ko-KR" sz="1200" dirty="0"/>
              <a:t>3</a:t>
            </a:r>
            <a:r>
              <a:rPr lang="ko-KR" altLang="en-US" sz="1200" dirty="0"/>
              <a:t>줄로 전시하되</a:t>
            </a:r>
            <a:endParaRPr lang="en-US" altLang="ko-KR" sz="1200" dirty="0"/>
          </a:p>
          <a:p>
            <a:r>
              <a:rPr lang="ko-KR" altLang="en-US" sz="1200" dirty="0"/>
              <a:t>가로 길이를 기준으로 세로 길이를 정하고</a:t>
            </a:r>
            <a:endParaRPr lang="en-US" altLang="ko-KR" sz="1200" dirty="0"/>
          </a:p>
          <a:p>
            <a:r>
              <a:rPr lang="ko-KR" altLang="en-US" sz="1200" dirty="0"/>
              <a:t>세로 길이에 맞게 사진들이 쌓이는 구조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&gt; </a:t>
            </a:r>
            <a:r>
              <a:rPr lang="ko-KR" altLang="en-US" sz="1200" dirty="0" err="1"/>
              <a:t>핀터레스트의</a:t>
            </a:r>
            <a:r>
              <a:rPr lang="ko-KR" altLang="en-US" sz="1200" dirty="0"/>
              <a:t> 적층 구조 사용</a:t>
            </a:r>
          </a:p>
        </p:txBody>
      </p:sp>
    </p:spTree>
    <p:extLst>
      <p:ext uri="{BB962C8B-B14F-4D97-AF65-F5344CB8AC3E}">
        <p14:creationId xmlns:p14="http://schemas.microsoft.com/office/powerpoint/2010/main" val="1398767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4051-C984-178A-DED4-D3979847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1B9F93-6E89-DBCD-8D37-833E792E101E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5F5BB-7357-3B94-AA14-6482472847D9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경기 외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B2A46B-62EC-A385-0111-5F14D008D455}"/>
              </a:ext>
            </a:extLst>
          </p:cNvPr>
          <p:cNvSpPr/>
          <p:nvPr/>
        </p:nvSpPr>
        <p:spPr>
          <a:xfrm>
            <a:off x="549552" y="726540"/>
            <a:ext cx="3453281" cy="9755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BB64D1-A671-DFB7-C392-732629F62BF8}"/>
              </a:ext>
            </a:extLst>
          </p:cNvPr>
          <p:cNvSpPr/>
          <p:nvPr/>
        </p:nvSpPr>
        <p:spPr>
          <a:xfrm>
            <a:off x="1526078" y="95627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002B2-885B-935A-FFAB-17323A7FD32C}"/>
              </a:ext>
            </a:extLst>
          </p:cNvPr>
          <p:cNvSpPr txBox="1"/>
          <p:nvPr/>
        </p:nvSpPr>
        <p:spPr>
          <a:xfrm>
            <a:off x="4002833" y="1075794"/>
            <a:ext cx="2348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옆에서 사이드바가 나오는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57A6A1-4056-C895-5063-DCA2A5FBD255}"/>
              </a:ext>
            </a:extLst>
          </p:cNvPr>
          <p:cNvSpPr/>
          <p:nvPr/>
        </p:nvSpPr>
        <p:spPr>
          <a:xfrm>
            <a:off x="549552" y="5617029"/>
            <a:ext cx="3453281" cy="5144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B244A-7CB0-5294-FD30-9D4D2525254D}"/>
              </a:ext>
            </a:extLst>
          </p:cNvPr>
          <p:cNvSpPr txBox="1"/>
          <p:nvPr/>
        </p:nvSpPr>
        <p:spPr>
          <a:xfrm>
            <a:off x="4120697" y="5740169"/>
            <a:ext cx="635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Footer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68A1F2-514D-272E-9A10-72B99CEBCA22}"/>
              </a:ext>
            </a:extLst>
          </p:cNvPr>
          <p:cNvSpPr/>
          <p:nvPr/>
        </p:nvSpPr>
        <p:spPr>
          <a:xfrm>
            <a:off x="691390" y="5740169"/>
            <a:ext cx="1536163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COPYRIGHT©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A9C221-9952-2069-4E59-DEC6067DDC91}"/>
              </a:ext>
            </a:extLst>
          </p:cNvPr>
          <p:cNvSpPr/>
          <p:nvPr/>
        </p:nvSpPr>
        <p:spPr>
          <a:xfrm>
            <a:off x="2345417" y="5740169"/>
            <a:ext cx="1539552" cy="268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관리자페이지 버튼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EF5BBA-C270-3D24-AB6B-59B4DD3CD2C5}"/>
              </a:ext>
            </a:extLst>
          </p:cNvPr>
          <p:cNvSpPr/>
          <p:nvPr/>
        </p:nvSpPr>
        <p:spPr>
          <a:xfrm>
            <a:off x="673444" y="956271"/>
            <a:ext cx="728742" cy="4877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카테고리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F1AA6D-2993-158D-F91E-6592EF8FF1BF}"/>
              </a:ext>
            </a:extLst>
          </p:cNvPr>
          <p:cNvSpPr/>
          <p:nvPr/>
        </p:nvSpPr>
        <p:spPr>
          <a:xfrm>
            <a:off x="691389" y="1825191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40E96D6-61DA-EC0D-7CAA-FFF1127C84A6}"/>
              </a:ext>
            </a:extLst>
          </p:cNvPr>
          <p:cNvSpPr/>
          <p:nvPr/>
        </p:nvSpPr>
        <p:spPr>
          <a:xfrm>
            <a:off x="691389" y="2524143"/>
            <a:ext cx="1638677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15B063-03E8-3DB7-FFA0-08E156B759F1}"/>
              </a:ext>
            </a:extLst>
          </p:cNvPr>
          <p:cNvSpPr txBox="1"/>
          <p:nvPr/>
        </p:nvSpPr>
        <p:spPr>
          <a:xfrm>
            <a:off x="2330066" y="1852381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제목</a:t>
            </a:r>
            <a:endParaRPr lang="en-US" altLang="ko-KR" sz="1200" dirty="0"/>
          </a:p>
          <a:p>
            <a:r>
              <a:rPr lang="ko-KR" altLang="en-US" sz="1200" dirty="0"/>
              <a:t>날짜 식으로 작성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205EBA-632F-245C-7B0F-9C07F91F0B80}"/>
              </a:ext>
            </a:extLst>
          </p:cNvPr>
          <p:cNvSpPr/>
          <p:nvPr/>
        </p:nvSpPr>
        <p:spPr>
          <a:xfrm>
            <a:off x="2471904" y="2524142"/>
            <a:ext cx="1413066" cy="904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889AC0-8963-A5E4-00D1-B488B02D02FE}"/>
              </a:ext>
            </a:extLst>
          </p:cNvPr>
          <p:cNvSpPr/>
          <p:nvPr/>
        </p:nvSpPr>
        <p:spPr>
          <a:xfrm>
            <a:off x="673444" y="4251090"/>
            <a:ext cx="1638677" cy="1365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3E6392D-589A-18F9-EB4C-5AD253449FDA}"/>
              </a:ext>
            </a:extLst>
          </p:cNvPr>
          <p:cNvSpPr/>
          <p:nvPr/>
        </p:nvSpPr>
        <p:spPr>
          <a:xfrm>
            <a:off x="691389" y="3540303"/>
            <a:ext cx="1638677" cy="5711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A1E350A-D863-6DAD-63E0-AFDAD5F9D8E9}"/>
              </a:ext>
            </a:extLst>
          </p:cNvPr>
          <p:cNvSpPr/>
          <p:nvPr/>
        </p:nvSpPr>
        <p:spPr>
          <a:xfrm>
            <a:off x="2471904" y="3540301"/>
            <a:ext cx="1413066" cy="15477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9DCCDA-29FF-B853-D5AB-09A4DBB185B9}"/>
              </a:ext>
            </a:extLst>
          </p:cNvPr>
          <p:cNvSpPr txBox="1"/>
          <p:nvPr/>
        </p:nvSpPr>
        <p:spPr>
          <a:xfrm>
            <a:off x="4144670" y="3298511"/>
            <a:ext cx="30732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줄 혹은 </a:t>
            </a:r>
            <a:r>
              <a:rPr lang="en-US" altLang="ko-KR" sz="1200" dirty="0"/>
              <a:t>3</a:t>
            </a:r>
            <a:r>
              <a:rPr lang="ko-KR" altLang="en-US" sz="1200" dirty="0"/>
              <a:t>줄로 전시하되</a:t>
            </a:r>
            <a:endParaRPr lang="en-US" altLang="ko-KR" sz="1200" dirty="0"/>
          </a:p>
          <a:p>
            <a:r>
              <a:rPr lang="ko-KR" altLang="en-US" sz="1200" dirty="0"/>
              <a:t>가로 길이를 기준으로 세로 길이를 정하고</a:t>
            </a:r>
            <a:endParaRPr lang="en-US" altLang="ko-KR" sz="1200" dirty="0"/>
          </a:p>
          <a:p>
            <a:r>
              <a:rPr lang="ko-KR" altLang="en-US" sz="1200" dirty="0"/>
              <a:t>세로 길이에 맞게 사진들이 쌓이는 구조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&gt; </a:t>
            </a:r>
            <a:r>
              <a:rPr lang="ko-KR" altLang="en-US" sz="1200" dirty="0" err="1"/>
              <a:t>핀터레스트의</a:t>
            </a:r>
            <a:r>
              <a:rPr lang="ko-KR" altLang="en-US" sz="1200" dirty="0"/>
              <a:t> 적층 구조 사용</a:t>
            </a:r>
          </a:p>
        </p:txBody>
      </p:sp>
    </p:spTree>
    <p:extLst>
      <p:ext uri="{BB962C8B-B14F-4D97-AF65-F5344CB8AC3E}">
        <p14:creationId xmlns:p14="http://schemas.microsoft.com/office/powerpoint/2010/main" val="3395368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6949-911A-BF54-F6D2-DD5BB344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97DF1C8-39F8-DF70-D354-B39787CE1FDE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A00AF-79DF-E7E9-175A-529553FADCAD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관리자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F7769-FD12-C2B7-1272-AA34FAF787DB}"/>
              </a:ext>
            </a:extLst>
          </p:cNvPr>
          <p:cNvSpPr txBox="1"/>
          <p:nvPr/>
        </p:nvSpPr>
        <p:spPr>
          <a:xfrm>
            <a:off x="5188745" y="3136329"/>
            <a:ext cx="3730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그냥 암호만 입력하고</a:t>
            </a:r>
            <a:endParaRPr lang="en-US" altLang="ko-KR" sz="1200" dirty="0"/>
          </a:p>
          <a:p>
            <a:r>
              <a:rPr lang="ko-KR" altLang="en-US" sz="1200" dirty="0"/>
              <a:t>이건 그냥 </a:t>
            </a:r>
            <a:r>
              <a:rPr lang="en-US" altLang="ko-KR" sz="1200" dirty="0" err="1"/>
              <a:t>db</a:t>
            </a:r>
            <a:r>
              <a:rPr lang="ko-KR" altLang="en-US" sz="1200" dirty="0"/>
              <a:t>없이 코드 내부에서 바로 확인 후 결론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89D8F7-F05E-55DB-8A82-270344AC4B64}"/>
              </a:ext>
            </a:extLst>
          </p:cNvPr>
          <p:cNvSpPr/>
          <p:nvPr/>
        </p:nvSpPr>
        <p:spPr>
          <a:xfrm>
            <a:off x="3416482" y="2397714"/>
            <a:ext cx="1638677" cy="19388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비밀번호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B1BD28-3ECA-7154-A96B-0A7F4ECAD0E8}"/>
              </a:ext>
            </a:extLst>
          </p:cNvPr>
          <p:cNvSpPr/>
          <p:nvPr/>
        </p:nvSpPr>
        <p:spPr>
          <a:xfrm>
            <a:off x="3416481" y="4459964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094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B4A7-4EA0-5A5A-FB00-4A07CC44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AFE2DF-E2DF-2B0F-BE92-9917722216AF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6530-8A61-A155-8C22-840BB8B3851C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관리자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F6C18-C749-65D3-E717-BEA49F4AE097}"/>
              </a:ext>
            </a:extLst>
          </p:cNvPr>
          <p:cNvSpPr txBox="1"/>
          <p:nvPr/>
        </p:nvSpPr>
        <p:spPr>
          <a:xfrm>
            <a:off x="3115501" y="2964313"/>
            <a:ext cx="3730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그냥 암호만 입력하고</a:t>
            </a:r>
            <a:endParaRPr lang="en-US" altLang="ko-KR" sz="1200" dirty="0"/>
          </a:p>
          <a:p>
            <a:r>
              <a:rPr lang="ko-KR" altLang="en-US" sz="1200" dirty="0"/>
              <a:t>이건 그냥 </a:t>
            </a:r>
            <a:r>
              <a:rPr lang="en-US" altLang="ko-KR" sz="1200" dirty="0" err="1"/>
              <a:t>db</a:t>
            </a:r>
            <a:r>
              <a:rPr lang="ko-KR" altLang="en-US" sz="1200" dirty="0"/>
              <a:t>없이 코드 내부에서 바로 확인 후 결론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B48D87-174B-0D65-4F80-8FB418629D3D}"/>
              </a:ext>
            </a:extLst>
          </p:cNvPr>
          <p:cNvSpPr/>
          <p:nvPr/>
        </p:nvSpPr>
        <p:spPr>
          <a:xfrm>
            <a:off x="1343238" y="2225698"/>
            <a:ext cx="1638677" cy="19388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비밀번호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입력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04778B-4861-ECCF-C09C-846E8CE87CAA}"/>
              </a:ext>
            </a:extLst>
          </p:cNvPr>
          <p:cNvSpPr/>
          <p:nvPr/>
        </p:nvSpPr>
        <p:spPr>
          <a:xfrm>
            <a:off x="1343237" y="4287948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595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7EC7-EAD3-8556-0FC9-239369F5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7E8F2D-06B6-FF26-2F02-FDFCB3DDC5A0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ACA4C-8328-0DC1-E0C8-D1959065EA36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관리자 메뉴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96B0E4-5B3B-8F80-D6AA-329DEF917C75}"/>
              </a:ext>
            </a:extLst>
          </p:cNvPr>
          <p:cNvSpPr/>
          <p:nvPr/>
        </p:nvSpPr>
        <p:spPr>
          <a:xfrm>
            <a:off x="3515701" y="1852485"/>
            <a:ext cx="1638677" cy="780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6992B4-9C6C-FC18-9FEC-E94E4F18B089}"/>
              </a:ext>
            </a:extLst>
          </p:cNvPr>
          <p:cNvSpPr/>
          <p:nvPr/>
        </p:nvSpPr>
        <p:spPr>
          <a:xfrm>
            <a:off x="3537577" y="4723528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49FB53-6CBA-0C80-A234-3AF028CABC38}"/>
              </a:ext>
            </a:extLst>
          </p:cNvPr>
          <p:cNvSpPr/>
          <p:nvPr/>
        </p:nvSpPr>
        <p:spPr>
          <a:xfrm>
            <a:off x="3537579" y="2868822"/>
            <a:ext cx="1638677" cy="780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일정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DB9EAC-04FC-A59F-7771-9F166366B3F5}"/>
              </a:ext>
            </a:extLst>
          </p:cNvPr>
          <p:cNvSpPr/>
          <p:nvPr/>
        </p:nvSpPr>
        <p:spPr>
          <a:xfrm>
            <a:off x="3537578" y="3796175"/>
            <a:ext cx="1638677" cy="780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기록</a:t>
            </a:r>
          </a:p>
        </p:txBody>
      </p:sp>
    </p:spTree>
    <p:extLst>
      <p:ext uri="{BB962C8B-B14F-4D97-AF65-F5344CB8AC3E}">
        <p14:creationId xmlns:p14="http://schemas.microsoft.com/office/powerpoint/2010/main" val="3906923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054B-2927-72E1-1C1D-DA1887D7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EE950-77F3-F42A-4493-C55D15895784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301F6-BC72-F60B-5441-D32E73839512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관리자 메뉴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F7F65E-DD98-B448-9BAB-0C662713C278}"/>
              </a:ext>
            </a:extLst>
          </p:cNvPr>
          <p:cNvSpPr/>
          <p:nvPr/>
        </p:nvSpPr>
        <p:spPr>
          <a:xfrm>
            <a:off x="1328312" y="1718015"/>
            <a:ext cx="1638677" cy="780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16B621-0CB6-F8C5-502C-D5DBD36E2855}"/>
              </a:ext>
            </a:extLst>
          </p:cNvPr>
          <p:cNvSpPr/>
          <p:nvPr/>
        </p:nvSpPr>
        <p:spPr>
          <a:xfrm>
            <a:off x="1350188" y="4589058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홈버튼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36BED5B-CDC8-632A-AEB9-8BDFF8ACB42B}"/>
              </a:ext>
            </a:extLst>
          </p:cNvPr>
          <p:cNvSpPr/>
          <p:nvPr/>
        </p:nvSpPr>
        <p:spPr>
          <a:xfrm>
            <a:off x="1350190" y="2734352"/>
            <a:ext cx="1638677" cy="780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일정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441F00-7746-65DD-D1A9-69D35C56F62B}"/>
              </a:ext>
            </a:extLst>
          </p:cNvPr>
          <p:cNvSpPr/>
          <p:nvPr/>
        </p:nvSpPr>
        <p:spPr>
          <a:xfrm>
            <a:off x="1350189" y="3661705"/>
            <a:ext cx="1638677" cy="780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기록</a:t>
            </a:r>
          </a:p>
        </p:txBody>
      </p:sp>
    </p:spTree>
    <p:extLst>
      <p:ext uri="{BB962C8B-B14F-4D97-AF65-F5344CB8AC3E}">
        <p14:creationId xmlns:p14="http://schemas.microsoft.com/office/powerpoint/2010/main" val="3438121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F1E8-75F2-44C8-D968-DF1466A1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8C902F-3A1A-6428-5301-CEEA230A53B2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C0A76-7AA4-8903-A48F-EA66EFFABF05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 </a:t>
            </a:r>
            <a:r>
              <a:rPr lang="ko-KR" altLang="en-US" dirty="0"/>
              <a:t>선수 관리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51B1FE-3689-412E-37C4-D62D2072E1D5}"/>
              </a:ext>
            </a:extLst>
          </p:cNvPr>
          <p:cNvSpPr/>
          <p:nvPr/>
        </p:nvSpPr>
        <p:spPr>
          <a:xfrm>
            <a:off x="711387" y="4515299"/>
            <a:ext cx="7246609" cy="1414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목록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642B1-4A63-4309-F4BB-AF37ECE2A181}"/>
              </a:ext>
            </a:extLst>
          </p:cNvPr>
          <p:cNvSpPr/>
          <p:nvPr/>
        </p:nvSpPr>
        <p:spPr>
          <a:xfrm>
            <a:off x="711387" y="1247828"/>
            <a:ext cx="7246609" cy="19389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정보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AD766-6877-CBE7-D9F9-59694726197D}"/>
              </a:ext>
            </a:extLst>
          </p:cNvPr>
          <p:cNvSpPr txBox="1"/>
          <p:nvPr/>
        </p:nvSpPr>
        <p:spPr>
          <a:xfrm>
            <a:off x="1434975" y="2012085"/>
            <a:ext cx="43708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이름 </a:t>
            </a:r>
            <a:r>
              <a:rPr lang="ko-KR" altLang="en-US" sz="1200" dirty="0" err="1"/>
              <a:t>배번</a:t>
            </a:r>
            <a:r>
              <a:rPr lang="ko-KR" altLang="en-US" sz="1200" dirty="0"/>
              <a:t> 학년 포지션</a:t>
            </a:r>
            <a:endParaRPr lang="en-US" altLang="ko-KR" sz="1200" dirty="0"/>
          </a:p>
          <a:p>
            <a:r>
              <a:rPr lang="ko-KR" altLang="en-US" sz="1200" dirty="0"/>
              <a:t>출신학교 투타</a:t>
            </a:r>
            <a:endParaRPr lang="en-US" altLang="ko-KR" sz="1200" dirty="0"/>
          </a:p>
          <a:p>
            <a:r>
              <a:rPr lang="ko-KR" altLang="en-US" sz="1200" dirty="0"/>
              <a:t>키 몸무게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프로필 사진 </a:t>
            </a:r>
            <a:r>
              <a:rPr lang="en-US" altLang="ko-KR" sz="1200" dirty="0"/>
              <a:t>(200KB </a:t>
            </a:r>
            <a:r>
              <a:rPr lang="ko-KR" altLang="en-US" sz="1200" dirty="0"/>
              <a:t>이하 </a:t>
            </a:r>
            <a:r>
              <a:rPr lang="en-US" altLang="ko-KR" sz="1200" dirty="0"/>
              <a:t>jpg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올릴때는</a:t>
            </a:r>
            <a:r>
              <a:rPr lang="ko-KR" altLang="en-US" sz="1200" dirty="0"/>
              <a:t> </a:t>
            </a:r>
            <a:r>
              <a:rPr lang="en-US" altLang="ko-KR" sz="1200" dirty="0" err="1"/>
              <a:t>webp</a:t>
            </a:r>
            <a:r>
              <a:rPr lang="ko-KR" altLang="en-US" sz="1200" dirty="0"/>
              <a:t>로 강제 변환</a:t>
            </a:r>
            <a:r>
              <a:rPr lang="en-US" altLang="ko-KR" sz="1200" dirty="0"/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212680-5179-79F4-2A75-14003F00EFC5}"/>
              </a:ext>
            </a:extLst>
          </p:cNvPr>
          <p:cNvSpPr/>
          <p:nvPr/>
        </p:nvSpPr>
        <p:spPr>
          <a:xfrm>
            <a:off x="2693406" y="3315714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수정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390323-7402-36CD-235B-E7C036C76D0A}"/>
              </a:ext>
            </a:extLst>
          </p:cNvPr>
          <p:cNvSpPr/>
          <p:nvPr/>
        </p:nvSpPr>
        <p:spPr>
          <a:xfrm>
            <a:off x="4457323" y="3315714"/>
            <a:ext cx="1638677" cy="516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신규 등록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178173-0A1D-2707-8969-A69035D01737}"/>
              </a:ext>
            </a:extLst>
          </p:cNvPr>
          <p:cNvSpPr/>
          <p:nvPr/>
        </p:nvSpPr>
        <p:spPr>
          <a:xfrm>
            <a:off x="711387" y="4191754"/>
            <a:ext cx="1947252" cy="323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목록 </a:t>
            </a:r>
            <a:r>
              <a:rPr lang="en-US" altLang="ko-KR" dirty="0">
                <a:solidFill>
                  <a:schemeClr val="tx1"/>
                </a:solidFill>
              </a:rPr>
              <a:t>(Label)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4800F1-9838-D90B-2174-182179FA1135}"/>
              </a:ext>
            </a:extLst>
          </p:cNvPr>
          <p:cNvSpPr/>
          <p:nvPr/>
        </p:nvSpPr>
        <p:spPr>
          <a:xfrm>
            <a:off x="6975757" y="4152206"/>
            <a:ext cx="982239" cy="323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년도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30668-316E-0E3F-268E-0D9A63B27F9B}"/>
              </a:ext>
            </a:extLst>
          </p:cNvPr>
          <p:cNvSpPr txBox="1"/>
          <p:nvPr/>
        </p:nvSpPr>
        <p:spPr>
          <a:xfrm>
            <a:off x="8208784" y="4191754"/>
            <a:ext cx="2783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년도 그냥 </a:t>
            </a:r>
            <a:r>
              <a:rPr lang="en-US" altLang="ko-KR" sz="1200" dirty="0"/>
              <a:t>2026~2030 </a:t>
            </a:r>
            <a:r>
              <a:rPr lang="ko-KR" altLang="en-US" sz="1200" dirty="0"/>
              <a:t>직접 코드 입력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2B26A-ADA6-3EFE-5AC9-31B44E5C4993}"/>
              </a:ext>
            </a:extLst>
          </p:cNvPr>
          <p:cNvSpPr txBox="1"/>
          <p:nvPr/>
        </p:nvSpPr>
        <p:spPr>
          <a:xfrm>
            <a:off x="711387" y="4522352"/>
            <a:ext cx="3243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이름 </a:t>
            </a:r>
            <a:r>
              <a:rPr lang="ko-KR" altLang="en-US" sz="1200" dirty="0" err="1"/>
              <a:t>배번</a:t>
            </a:r>
            <a:r>
              <a:rPr lang="ko-KR" altLang="en-US" sz="1200" dirty="0"/>
              <a:t> 학년 포지션 키</a:t>
            </a:r>
            <a:r>
              <a:rPr lang="en-US" altLang="ko-KR" sz="1200" dirty="0"/>
              <a:t>/</a:t>
            </a:r>
            <a:r>
              <a:rPr lang="ko-KR" altLang="en-US" sz="1200" dirty="0"/>
              <a:t>몸무게 수정 삭제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303D49-6CD5-FEC5-C1EE-D013BA330BFE}"/>
              </a:ext>
            </a:extLst>
          </p:cNvPr>
          <p:cNvSpPr txBox="1"/>
          <p:nvPr/>
        </p:nvSpPr>
        <p:spPr>
          <a:xfrm>
            <a:off x="8370619" y="1247828"/>
            <a:ext cx="42594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수정을 누르면 위 선수 정보 등록에</a:t>
            </a:r>
            <a:endParaRPr lang="en-US" altLang="ko-KR" sz="1200" dirty="0"/>
          </a:p>
          <a:p>
            <a:r>
              <a:rPr lang="ko-KR" altLang="en-US" sz="1200" dirty="0"/>
              <a:t>내용이 자동 올라가고</a:t>
            </a:r>
            <a:endParaRPr lang="en-US" altLang="ko-KR" sz="1200" dirty="0"/>
          </a:p>
          <a:p>
            <a:r>
              <a:rPr lang="ko-KR" altLang="en-US" sz="1200" dirty="0"/>
              <a:t>신규 등록을 비활성화 하여 클릭하지 못하게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*</a:t>
            </a:r>
            <a:r>
              <a:rPr lang="ko-KR" altLang="en-US" sz="1200" dirty="0"/>
              <a:t>기본적으로는 수정이 비활성화 상태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선수 정보는 이름 </a:t>
            </a:r>
            <a:r>
              <a:rPr lang="ko-KR" altLang="en-US" sz="1200" dirty="0" err="1"/>
              <a:t>배번</a:t>
            </a:r>
            <a:r>
              <a:rPr lang="ko-KR" altLang="en-US" sz="1200" dirty="0"/>
              <a:t> 학년 포지션 만 작성하면</a:t>
            </a:r>
            <a:endParaRPr lang="en-US" altLang="ko-KR" sz="1200" dirty="0"/>
          </a:p>
          <a:p>
            <a:r>
              <a:rPr lang="ko-KR" altLang="en-US" sz="1200" dirty="0"/>
              <a:t>신규 등록할 수 있도록 하고 수정 시에</a:t>
            </a:r>
            <a:endParaRPr lang="en-US" altLang="ko-KR" sz="1200" dirty="0"/>
          </a:p>
          <a:p>
            <a:r>
              <a:rPr lang="ko-KR" altLang="en-US" sz="1200" dirty="0"/>
              <a:t>사진이 이미 있는 경우에는 새로 등록한 사진으로 변경하고</a:t>
            </a:r>
            <a:endParaRPr lang="en-US" altLang="ko-KR" sz="1200" dirty="0"/>
          </a:p>
          <a:p>
            <a:r>
              <a:rPr lang="ko-KR" altLang="en-US" sz="1200" dirty="0"/>
              <a:t>기존에 있던 사진은 삭제하는 것으로 구현한다</a:t>
            </a:r>
            <a:r>
              <a:rPr lang="en-US" altLang="ko-KR" sz="1200" dirty="0"/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F271FB-3B02-17DD-9C1B-20B90ACCF0DD}"/>
              </a:ext>
            </a:extLst>
          </p:cNvPr>
          <p:cNvSpPr/>
          <p:nvPr/>
        </p:nvSpPr>
        <p:spPr>
          <a:xfrm>
            <a:off x="711387" y="865485"/>
            <a:ext cx="2110214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메뉴로 돌아가기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188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75A-013D-0D8A-0134-7603A42B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BBCD445-B398-DB36-AB90-B6B9C9590FBA}"/>
              </a:ext>
            </a:extLst>
          </p:cNvPr>
          <p:cNvSpPr/>
          <p:nvPr/>
        </p:nvSpPr>
        <p:spPr>
          <a:xfrm>
            <a:off x="549552" y="726540"/>
            <a:ext cx="3453281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2A1A1-3796-4B56-3D3E-9442CEB9EF61}"/>
              </a:ext>
            </a:extLst>
          </p:cNvPr>
          <p:cNvSpPr txBox="1"/>
          <p:nvPr/>
        </p:nvSpPr>
        <p:spPr>
          <a:xfrm>
            <a:off x="181070" y="121293"/>
            <a:ext cx="250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9. </a:t>
            </a:r>
            <a:r>
              <a:rPr lang="ko-KR" altLang="en-US" dirty="0"/>
              <a:t>선수 관리 </a:t>
            </a:r>
            <a:r>
              <a:rPr lang="en-US" altLang="ko-KR" dirty="0"/>
              <a:t>(</a:t>
            </a:r>
            <a:r>
              <a:rPr lang="ko-KR" altLang="en-US" dirty="0"/>
              <a:t>모바일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4F6F78-7361-4C7A-D196-61C9BD4F56EC}"/>
              </a:ext>
            </a:extLst>
          </p:cNvPr>
          <p:cNvSpPr/>
          <p:nvPr/>
        </p:nvSpPr>
        <p:spPr>
          <a:xfrm>
            <a:off x="711388" y="4515299"/>
            <a:ext cx="3127282" cy="1414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목록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903D11-4245-4BE5-3009-E86ED7BBC8DC}"/>
              </a:ext>
            </a:extLst>
          </p:cNvPr>
          <p:cNvSpPr/>
          <p:nvPr/>
        </p:nvSpPr>
        <p:spPr>
          <a:xfrm>
            <a:off x="711387" y="1267485"/>
            <a:ext cx="2919053" cy="19193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정보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E6E8A8-B0ED-FA5B-1D9C-F3C463DCA111}"/>
              </a:ext>
            </a:extLst>
          </p:cNvPr>
          <p:cNvSpPr/>
          <p:nvPr/>
        </p:nvSpPr>
        <p:spPr>
          <a:xfrm>
            <a:off x="1199585" y="3266545"/>
            <a:ext cx="1020024" cy="3237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수정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5B9EF3-03EC-BCEA-68FC-9DB34836FB96}"/>
              </a:ext>
            </a:extLst>
          </p:cNvPr>
          <p:cNvSpPr/>
          <p:nvPr/>
        </p:nvSpPr>
        <p:spPr>
          <a:xfrm>
            <a:off x="2330858" y="3266544"/>
            <a:ext cx="1020024" cy="3237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신규 등록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CD40F2-EA10-825C-C123-389A521A92E2}"/>
              </a:ext>
            </a:extLst>
          </p:cNvPr>
          <p:cNvSpPr/>
          <p:nvPr/>
        </p:nvSpPr>
        <p:spPr>
          <a:xfrm>
            <a:off x="711387" y="4191754"/>
            <a:ext cx="1947252" cy="323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선수 목록 </a:t>
            </a:r>
            <a:r>
              <a:rPr lang="en-US" altLang="ko-KR" dirty="0">
                <a:solidFill>
                  <a:schemeClr val="tx1"/>
                </a:solidFill>
              </a:rPr>
              <a:t>(Label)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DE2A78-0654-83BE-6CFA-A0D51433DFDD}"/>
              </a:ext>
            </a:extLst>
          </p:cNvPr>
          <p:cNvSpPr/>
          <p:nvPr/>
        </p:nvSpPr>
        <p:spPr>
          <a:xfrm>
            <a:off x="2859762" y="4188227"/>
            <a:ext cx="982239" cy="323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년도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83478A-67A0-E894-A03F-49FA959C85E4}"/>
              </a:ext>
            </a:extLst>
          </p:cNvPr>
          <p:cNvSpPr txBox="1"/>
          <p:nvPr/>
        </p:nvSpPr>
        <p:spPr>
          <a:xfrm>
            <a:off x="711387" y="4522352"/>
            <a:ext cx="3243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이름 </a:t>
            </a:r>
            <a:r>
              <a:rPr lang="ko-KR" altLang="en-US" sz="1200" dirty="0" err="1"/>
              <a:t>배번</a:t>
            </a:r>
            <a:r>
              <a:rPr lang="ko-KR" altLang="en-US" sz="1200" dirty="0"/>
              <a:t> 학년 포지션 키</a:t>
            </a:r>
            <a:r>
              <a:rPr lang="en-US" altLang="ko-KR" sz="1200" dirty="0"/>
              <a:t>/</a:t>
            </a:r>
            <a:r>
              <a:rPr lang="ko-KR" altLang="en-US" sz="1200" dirty="0"/>
              <a:t>몸무게 수정 삭제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6643A3-365B-3F42-5B5A-FF774E7D5C8E}"/>
              </a:ext>
            </a:extLst>
          </p:cNvPr>
          <p:cNvSpPr/>
          <p:nvPr/>
        </p:nvSpPr>
        <p:spPr>
          <a:xfrm>
            <a:off x="711387" y="865485"/>
            <a:ext cx="2110214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메뉴로 돌아가기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530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C821-9489-F27F-FAA3-53475148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675A31-B745-3E22-D32C-06726C4B17CB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B0BB4-BA8A-4D29-3CDD-4E6B8D9B1D4D}"/>
              </a:ext>
            </a:extLst>
          </p:cNvPr>
          <p:cNvSpPr txBox="1"/>
          <p:nvPr/>
        </p:nvSpPr>
        <p:spPr>
          <a:xfrm>
            <a:off x="181069" y="121293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일정 관리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,</a:t>
            </a:r>
            <a:r>
              <a:rPr lang="ko-KR" altLang="en-US" dirty="0"/>
              <a:t>모바일 동일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E410A9-A7B7-7494-9877-F1CADB2F3C4E}"/>
              </a:ext>
            </a:extLst>
          </p:cNvPr>
          <p:cNvSpPr/>
          <p:nvPr/>
        </p:nvSpPr>
        <p:spPr>
          <a:xfrm>
            <a:off x="711387" y="865485"/>
            <a:ext cx="2110214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메뉴로 돌아가기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8B8F3F-0976-35DD-6309-090F75757214}"/>
              </a:ext>
            </a:extLst>
          </p:cNvPr>
          <p:cNvSpPr/>
          <p:nvPr/>
        </p:nvSpPr>
        <p:spPr>
          <a:xfrm>
            <a:off x="3549334" y="5630469"/>
            <a:ext cx="1416805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27155A-41A1-667A-675E-A3B3E82F8F61}"/>
              </a:ext>
            </a:extLst>
          </p:cNvPr>
          <p:cNvSpPr/>
          <p:nvPr/>
        </p:nvSpPr>
        <p:spPr>
          <a:xfrm>
            <a:off x="711386" y="1366475"/>
            <a:ext cx="7092700" cy="89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기본 일정</a:t>
            </a:r>
          </a:p>
        </p:txBody>
      </p:sp>
    </p:spTree>
    <p:extLst>
      <p:ext uri="{BB962C8B-B14F-4D97-AF65-F5344CB8AC3E}">
        <p14:creationId xmlns:p14="http://schemas.microsoft.com/office/powerpoint/2010/main" val="2464622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A7FBD-9C92-6565-4549-00E6F098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8B803E-431E-33C8-C5A3-FB5EB630FD33}"/>
              </a:ext>
            </a:extLst>
          </p:cNvPr>
          <p:cNvSpPr/>
          <p:nvPr/>
        </p:nvSpPr>
        <p:spPr>
          <a:xfrm>
            <a:off x="549552" y="726540"/>
            <a:ext cx="7659232" cy="54049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41420-A49D-E1D1-3AE8-630D922070E0}"/>
              </a:ext>
            </a:extLst>
          </p:cNvPr>
          <p:cNvSpPr txBox="1"/>
          <p:nvPr/>
        </p:nvSpPr>
        <p:spPr>
          <a:xfrm>
            <a:off x="181069" y="121293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경기 일정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,</a:t>
            </a:r>
            <a:r>
              <a:rPr lang="ko-KR" altLang="en-US" dirty="0"/>
              <a:t>모바일 동일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451FFB-835E-081F-5163-50FF0F8D62CB}"/>
              </a:ext>
            </a:extLst>
          </p:cNvPr>
          <p:cNvSpPr/>
          <p:nvPr/>
        </p:nvSpPr>
        <p:spPr>
          <a:xfrm>
            <a:off x="711387" y="1366475"/>
            <a:ext cx="1751846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기본 일정 등록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DCF025-39B0-8CD7-2564-474F3DBF7FEE}"/>
              </a:ext>
            </a:extLst>
          </p:cNvPr>
          <p:cNvSpPr/>
          <p:nvPr/>
        </p:nvSpPr>
        <p:spPr>
          <a:xfrm>
            <a:off x="711387" y="865485"/>
            <a:ext cx="2110214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메뉴로 돌아가기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2DB717-2932-5BE7-D06E-E40D96D200B9}"/>
              </a:ext>
            </a:extLst>
          </p:cNvPr>
          <p:cNvSpPr/>
          <p:nvPr/>
        </p:nvSpPr>
        <p:spPr>
          <a:xfrm>
            <a:off x="711387" y="1783412"/>
            <a:ext cx="7092700" cy="89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기본 일정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3F0D25-95A8-C123-9B2D-8F4EF89910F0}"/>
              </a:ext>
            </a:extLst>
          </p:cNvPr>
          <p:cNvSpPr/>
          <p:nvPr/>
        </p:nvSpPr>
        <p:spPr>
          <a:xfrm>
            <a:off x="711387" y="2743080"/>
            <a:ext cx="1751846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상제 정보 등록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3EE0EA-A252-78D3-EA0A-AF516B835FC1}"/>
              </a:ext>
            </a:extLst>
          </p:cNvPr>
          <p:cNvSpPr/>
          <p:nvPr/>
        </p:nvSpPr>
        <p:spPr>
          <a:xfrm>
            <a:off x="711387" y="3168378"/>
            <a:ext cx="7092700" cy="2323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상세 정보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851E90-2C0B-17EF-BD9D-EC58F86C1C5C}"/>
              </a:ext>
            </a:extLst>
          </p:cNvPr>
          <p:cNvSpPr/>
          <p:nvPr/>
        </p:nvSpPr>
        <p:spPr>
          <a:xfrm>
            <a:off x="3549334" y="5630469"/>
            <a:ext cx="1416805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A7BC4B-5CAE-A4E1-5127-3CEE02A27526}"/>
              </a:ext>
            </a:extLst>
          </p:cNvPr>
          <p:cNvSpPr txBox="1"/>
          <p:nvPr/>
        </p:nvSpPr>
        <p:spPr>
          <a:xfrm>
            <a:off x="8208784" y="2679826"/>
            <a:ext cx="2864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경기 기본 일정에서 날짜 입력 후</a:t>
            </a:r>
            <a:endParaRPr lang="en-US" altLang="ko-KR" sz="1200" dirty="0"/>
          </a:p>
          <a:p>
            <a:r>
              <a:rPr lang="ko-KR" altLang="en-US" sz="1200" dirty="0"/>
              <a:t>해당 날짜가 현재 날짜보다 이전일때만</a:t>
            </a:r>
            <a:endParaRPr lang="en-US" altLang="ko-KR" sz="1200" dirty="0"/>
          </a:p>
          <a:p>
            <a:r>
              <a:rPr lang="ko-KR" altLang="en-US" sz="1200" dirty="0"/>
              <a:t>상세 정보 등록이 가능하도록 구현</a:t>
            </a:r>
            <a:endParaRPr lang="en-US" altLang="ko-KR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949705-0007-F5DB-3C42-7E2F25195A68}"/>
              </a:ext>
            </a:extLst>
          </p:cNvPr>
          <p:cNvSpPr/>
          <p:nvPr/>
        </p:nvSpPr>
        <p:spPr>
          <a:xfrm>
            <a:off x="5693873" y="1347509"/>
            <a:ext cx="2110214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경기 불러오기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A0CC4E-0513-8195-07A5-3163038F131D}"/>
              </a:ext>
            </a:extLst>
          </p:cNvPr>
          <p:cNvSpPr txBox="1"/>
          <p:nvPr/>
        </p:nvSpPr>
        <p:spPr>
          <a:xfrm>
            <a:off x="8208784" y="1400279"/>
            <a:ext cx="3844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팝업에서 </a:t>
            </a:r>
            <a:r>
              <a:rPr lang="en-US" altLang="ko-KR" sz="1200" dirty="0"/>
              <a:t>DB</a:t>
            </a:r>
            <a:r>
              <a:rPr lang="ko-KR" altLang="en-US" sz="1200" dirty="0"/>
              <a:t>에 있는 경기를 불러와 수정할 수 있도록</a:t>
            </a:r>
            <a:endParaRPr lang="en-US" altLang="ko-KR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EA171-58B4-3C3E-1E0E-2FC5794BBE5F}"/>
              </a:ext>
            </a:extLst>
          </p:cNvPr>
          <p:cNvSpPr txBox="1"/>
          <p:nvPr/>
        </p:nvSpPr>
        <p:spPr>
          <a:xfrm>
            <a:off x="8208784" y="3531844"/>
            <a:ext cx="39453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상세 정보 맨 아래에</a:t>
            </a:r>
            <a:endParaRPr lang="en-US" altLang="ko-KR" sz="1200" dirty="0"/>
          </a:p>
          <a:p>
            <a:r>
              <a:rPr lang="ko-KR" altLang="en-US" sz="1200" dirty="0"/>
              <a:t>사진 추가하는 </a:t>
            </a:r>
            <a:r>
              <a:rPr lang="en-US" altLang="ko-KR" sz="1200" dirty="0"/>
              <a:t>UI </a:t>
            </a:r>
            <a:r>
              <a:rPr lang="ko-KR" altLang="en-US" sz="1200" dirty="0"/>
              <a:t>추가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기존에 사진이 있는 경우에는</a:t>
            </a:r>
            <a:endParaRPr lang="en-US" altLang="ko-KR" sz="1200" dirty="0"/>
          </a:p>
          <a:p>
            <a:r>
              <a:rPr lang="ko-KR" altLang="en-US" sz="1200" dirty="0"/>
              <a:t>그냥 기존 사진에서 추가하는 방식 택하기</a:t>
            </a:r>
            <a:endParaRPr lang="en-US" altLang="ko-KR" sz="1200" dirty="0"/>
          </a:p>
          <a:p>
            <a:r>
              <a:rPr lang="ko-KR" altLang="en-US" sz="1200" dirty="0"/>
              <a:t>굳이 사진을 삭제하는 기능은 그냥 넣지 않는 것으로</a:t>
            </a:r>
            <a:r>
              <a:rPr lang="en-US" altLang="ko-KR" sz="1200" dirty="0"/>
              <a:t>….</a:t>
            </a:r>
          </a:p>
          <a:p>
            <a:r>
              <a:rPr lang="ko-KR" altLang="en-US" sz="1200" dirty="0" err="1"/>
              <a:t>넣었다가는</a:t>
            </a:r>
            <a:r>
              <a:rPr lang="ko-KR" altLang="en-US" sz="1200" dirty="0"/>
              <a:t> 코드가 너무 </a:t>
            </a:r>
            <a:r>
              <a:rPr lang="ko-KR" altLang="en-US" sz="1200" dirty="0" err="1"/>
              <a:t>복잡해질듯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637700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CA292-BFDC-5705-E9A0-0FC6161D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880485D-2CEB-A3A2-FA98-AAAFCBE187CB}"/>
              </a:ext>
            </a:extLst>
          </p:cNvPr>
          <p:cNvSpPr/>
          <p:nvPr/>
        </p:nvSpPr>
        <p:spPr>
          <a:xfrm>
            <a:off x="711387" y="979177"/>
            <a:ext cx="123510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날짜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57CA5-EFE8-ED2E-0345-3B8703253BC0}"/>
              </a:ext>
            </a:extLst>
          </p:cNvPr>
          <p:cNvSpPr txBox="1"/>
          <p:nvPr/>
        </p:nvSpPr>
        <p:spPr>
          <a:xfrm>
            <a:off x="405897" y="580040"/>
            <a:ext cx="294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경기</a:t>
            </a:r>
            <a:r>
              <a:rPr lang="en-US" altLang="ko-KR" dirty="0"/>
              <a:t> </a:t>
            </a:r>
            <a:r>
              <a:rPr lang="ko-KR" altLang="en-US" dirty="0"/>
              <a:t>기본 일정 디자인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6F9B18-48C8-7E51-581A-3F6E77108648}"/>
              </a:ext>
            </a:extLst>
          </p:cNvPr>
          <p:cNvSpPr/>
          <p:nvPr/>
        </p:nvSpPr>
        <p:spPr>
          <a:xfrm>
            <a:off x="4921248" y="979177"/>
            <a:ext cx="123510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상대편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2D076D-166B-454F-E34F-ABA2DD649F06}"/>
              </a:ext>
            </a:extLst>
          </p:cNvPr>
          <p:cNvSpPr/>
          <p:nvPr/>
        </p:nvSpPr>
        <p:spPr>
          <a:xfrm>
            <a:off x="2114674" y="979177"/>
            <a:ext cx="123510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장소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F1EE6B-C40C-7446-77D2-80C226B1EEDE}"/>
              </a:ext>
            </a:extLst>
          </p:cNvPr>
          <p:cNvSpPr/>
          <p:nvPr/>
        </p:nvSpPr>
        <p:spPr>
          <a:xfrm>
            <a:off x="3517961" y="970124"/>
            <a:ext cx="123510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대회명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D52F7-9891-D9E3-4590-11EFBE875297}"/>
              </a:ext>
            </a:extLst>
          </p:cNvPr>
          <p:cNvSpPr txBox="1"/>
          <p:nvPr/>
        </p:nvSpPr>
        <p:spPr>
          <a:xfrm>
            <a:off x="702439" y="1336149"/>
            <a:ext cx="1986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캘린더 사용해서 시간까지</a:t>
            </a:r>
            <a:endParaRPr lang="en-US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3B88E8-3E28-C038-8EE3-05799F43DEC6}"/>
              </a:ext>
            </a:extLst>
          </p:cNvPr>
          <p:cNvSpPr txBox="1"/>
          <p:nvPr/>
        </p:nvSpPr>
        <p:spPr>
          <a:xfrm>
            <a:off x="3517961" y="1309887"/>
            <a:ext cx="3490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그냥 </a:t>
            </a:r>
            <a:r>
              <a:rPr lang="en-US" altLang="ko-KR" sz="1200" dirty="0"/>
              <a:t>select box </a:t>
            </a:r>
            <a:r>
              <a:rPr lang="ko-KR" altLang="en-US" sz="1200" dirty="0"/>
              <a:t>사용하고</a:t>
            </a:r>
            <a:endParaRPr lang="en-US" altLang="ko-KR" sz="1200" dirty="0"/>
          </a:p>
          <a:p>
            <a:r>
              <a:rPr lang="ko-KR" altLang="en-US" sz="1200" dirty="0"/>
              <a:t>대회명은 내가</a:t>
            </a:r>
            <a:r>
              <a:rPr lang="en-US" altLang="ko-KR" sz="1200" dirty="0"/>
              <a:t> DB</a:t>
            </a:r>
            <a:r>
              <a:rPr lang="ko-KR" altLang="en-US" sz="1200" dirty="0"/>
              <a:t>에서 직접 수정 </a:t>
            </a:r>
            <a:r>
              <a:rPr lang="en-US" altLang="ko-KR" sz="1200" dirty="0"/>
              <a:t>&gt; </a:t>
            </a:r>
            <a:r>
              <a:rPr lang="ko-KR" altLang="en-US" sz="1200" dirty="0"/>
              <a:t>오류 방지용</a:t>
            </a:r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9C46CB-2F19-E86E-1307-BCE7AA172B7F}"/>
              </a:ext>
            </a:extLst>
          </p:cNvPr>
          <p:cNvSpPr txBox="1"/>
          <p:nvPr/>
        </p:nvSpPr>
        <p:spPr>
          <a:xfrm>
            <a:off x="474552" y="1950604"/>
            <a:ext cx="294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경기</a:t>
            </a:r>
            <a:r>
              <a:rPr lang="en-US" altLang="ko-KR" dirty="0"/>
              <a:t> </a:t>
            </a:r>
            <a:r>
              <a:rPr lang="ko-KR" altLang="en-US" dirty="0"/>
              <a:t>상제 정보 디자인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EE279-988F-E08C-208A-8C0CBE51C020}"/>
              </a:ext>
            </a:extLst>
          </p:cNvPr>
          <p:cNvSpPr/>
          <p:nvPr/>
        </p:nvSpPr>
        <p:spPr>
          <a:xfrm>
            <a:off x="817421" y="2564728"/>
            <a:ext cx="2601016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스타팅 라인업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AEFD65-D342-BA82-2115-60646DB1CE51}"/>
              </a:ext>
            </a:extLst>
          </p:cNvPr>
          <p:cNvSpPr/>
          <p:nvPr/>
        </p:nvSpPr>
        <p:spPr>
          <a:xfrm>
            <a:off x="817421" y="2923661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B40543-B083-4CB7-88D1-45C173C78150}"/>
              </a:ext>
            </a:extLst>
          </p:cNvPr>
          <p:cNvSpPr/>
          <p:nvPr/>
        </p:nvSpPr>
        <p:spPr>
          <a:xfrm>
            <a:off x="1434975" y="2923661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87AE28-4C57-C82A-DBDB-7F02C37D1639}"/>
              </a:ext>
            </a:extLst>
          </p:cNvPr>
          <p:cNvSpPr/>
          <p:nvPr/>
        </p:nvSpPr>
        <p:spPr>
          <a:xfrm>
            <a:off x="2222626" y="2923661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75DBEE-4261-D20A-D26D-7927BED0AC6B}"/>
              </a:ext>
            </a:extLst>
          </p:cNvPr>
          <p:cNvSpPr txBox="1"/>
          <p:nvPr/>
        </p:nvSpPr>
        <p:spPr>
          <a:xfrm>
            <a:off x="2222626" y="5878823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입력해도 되고</a:t>
            </a:r>
            <a:endParaRPr lang="en-US" altLang="ko-KR" sz="1200" dirty="0"/>
          </a:p>
          <a:p>
            <a:r>
              <a:rPr lang="en-US" altLang="ko-KR" sz="1200" dirty="0"/>
              <a:t>select</a:t>
            </a:r>
            <a:r>
              <a:rPr lang="ko-KR" altLang="en-US" sz="1200" dirty="0"/>
              <a:t>도 되게</a:t>
            </a:r>
            <a:endParaRPr lang="en-US" altLang="ko-KR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E0536D3-022A-7817-471B-EE8B0A01F086}"/>
              </a:ext>
            </a:extLst>
          </p:cNvPr>
          <p:cNvSpPr/>
          <p:nvPr/>
        </p:nvSpPr>
        <p:spPr>
          <a:xfrm>
            <a:off x="817421" y="3253242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3526D9-C7C8-9B0A-5C04-DFCB89374659}"/>
              </a:ext>
            </a:extLst>
          </p:cNvPr>
          <p:cNvSpPr/>
          <p:nvPr/>
        </p:nvSpPr>
        <p:spPr>
          <a:xfrm>
            <a:off x="1434975" y="3253242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1BE0EA-B008-0D7E-43AE-B99811BFFE3A}"/>
              </a:ext>
            </a:extLst>
          </p:cNvPr>
          <p:cNvSpPr/>
          <p:nvPr/>
        </p:nvSpPr>
        <p:spPr>
          <a:xfrm>
            <a:off x="2222626" y="3253242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643706A-5853-F3D3-A1A4-DFC303611C03}"/>
              </a:ext>
            </a:extLst>
          </p:cNvPr>
          <p:cNvSpPr/>
          <p:nvPr/>
        </p:nvSpPr>
        <p:spPr>
          <a:xfrm>
            <a:off x="817421" y="3582823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6FD127-5E55-1BAB-51A6-BC4680201CE8}"/>
              </a:ext>
            </a:extLst>
          </p:cNvPr>
          <p:cNvSpPr/>
          <p:nvPr/>
        </p:nvSpPr>
        <p:spPr>
          <a:xfrm>
            <a:off x="1434975" y="3582823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94A65F-AF56-5A34-F2A3-3C68206E303D}"/>
              </a:ext>
            </a:extLst>
          </p:cNvPr>
          <p:cNvSpPr/>
          <p:nvPr/>
        </p:nvSpPr>
        <p:spPr>
          <a:xfrm>
            <a:off x="2222626" y="3582823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FF43D3D-3A69-5399-05AB-7EA98C84C42E}"/>
              </a:ext>
            </a:extLst>
          </p:cNvPr>
          <p:cNvSpPr/>
          <p:nvPr/>
        </p:nvSpPr>
        <p:spPr>
          <a:xfrm>
            <a:off x="817421" y="3912404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280D549-77E1-491F-0F41-C9421757F186}"/>
              </a:ext>
            </a:extLst>
          </p:cNvPr>
          <p:cNvSpPr/>
          <p:nvPr/>
        </p:nvSpPr>
        <p:spPr>
          <a:xfrm>
            <a:off x="1434975" y="3912404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1DFAB1-524A-2055-28A8-C4CBC1C0219E}"/>
              </a:ext>
            </a:extLst>
          </p:cNvPr>
          <p:cNvSpPr/>
          <p:nvPr/>
        </p:nvSpPr>
        <p:spPr>
          <a:xfrm>
            <a:off x="2222626" y="3912404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3BD3B3-6D42-0CE2-D92A-0B3A3D7B18D3}"/>
              </a:ext>
            </a:extLst>
          </p:cNvPr>
          <p:cNvSpPr/>
          <p:nvPr/>
        </p:nvSpPr>
        <p:spPr>
          <a:xfrm>
            <a:off x="817421" y="4235746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77777EF-089A-4642-E38B-AD760F4895CC}"/>
              </a:ext>
            </a:extLst>
          </p:cNvPr>
          <p:cNvSpPr/>
          <p:nvPr/>
        </p:nvSpPr>
        <p:spPr>
          <a:xfrm>
            <a:off x="1434975" y="4235746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1D99DEB-667C-096E-5D1D-3DECBCCB6957}"/>
              </a:ext>
            </a:extLst>
          </p:cNvPr>
          <p:cNvSpPr/>
          <p:nvPr/>
        </p:nvSpPr>
        <p:spPr>
          <a:xfrm>
            <a:off x="2222626" y="4235746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E01E58-96B0-0BD4-BF2A-6820F6C2CA02}"/>
              </a:ext>
            </a:extLst>
          </p:cNvPr>
          <p:cNvSpPr/>
          <p:nvPr/>
        </p:nvSpPr>
        <p:spPr>
          <a:xfrm>
            <a:off x="817421" y="4565327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5361502-32E6-4BA2-BEC8-86F09A1A7997}"/>
              </a:ext>
            </a:extLst>
          </p:cNvPr>
          <p:cNvSpPr/>
          <p:nvPr/>
        </p:nvSpPr>
        <p:spPr>
          <a:xfrm>
            <a:off x="1434975" y="4565327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06A41B-E6DA-F0EE-E901-9F2D876273AF}"/>
              </a:ext>
            </a:extLst>
          </p:cNvPr>
          <p:cNvSpPr/>
          <p:nvPr/>
        </p:nvSpPr>
        <p:spPr>
          <a:xfrm>
            <a:off x="2222626" y="4565327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CED1577-FFE9-F817-EAF1-41DD554FE7CA}"/>
              </a:ext>
            </a:extLst>
          </p:cNvPr>
          <p:cNvSpPr/>
          <p:nvPr/>
        </p:nvSpPr>
        <p:spPr>
          <a:xfrm>
            <a:off x="817421" y="4894908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7EA1AD6-AE7D-5CEA-3132-D5F05862DF78}"/>
              </a:ext>
            </a:extLst>
          </p:cNvPr>
          <p:cNvSpPr/>
          <p:nvPr/>
        </p:nvSpPr>
        <p:spPr>
          <a:xfrm>
            <a:off x="1434975" y="4894908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33656C6-0B9A-4F11-7825-C2401C06E9B9}"/>
              </a:ext>
            </a:extLst>
          </p:cNvPr>
          <p:cNvSpPr/>
          <p:nvPr/>
        </p:nvSpPr>
        <p:spPr>
          <a:xfrm>
            <a:off x="2222626" y="4894908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8A9D7E-482E-59BF-7D7E-C190C07E142F}"/>
              </a:ext>
            </a:extLst>
          </p:cNvPr>
          <p:cNvSpPr/>
          <p:nvPr/>
        </p:nvSpPr>
        <p:spPr>
          <a:xfrm>
            <a:off x="817421" y="5224489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9EF7631-D0FA-3410-4137-4158DC7686B8}"/>
              </a:ext>
            </a:extLst>
          </p:cNvPr>
          <p:cNvSpPr/>
          <p:nvPr/>
        </p:nvSpPr>
        <p:spPr>
          <a:xfrm>
            <a:off x="1434975" y="5224489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55DD05D-C9C0-7EC1-463E-A5C89A80F007}"/>
              </a:ext>
            </a:extLst>
          </p:cNvPr>
          <p:cNvSpPr/>
          <p:nvPr/>
        </p:nvSpPr>
        <p:spPr>
          <a:xfrm>
            <a:off x="2222626" y="5224489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BF94C67-1480-5684-22F9-16E151FA2F31}"/>
              </a:ext>
            </a:extLst>
          </p:cNvPr>
          <p:cNvSpPr/>
          <p:nvPr/>
        </p:nvSpPr>
        <p:spPr>
          <a:xfrm>
            <a:off x="817421" y="5554070"/>
            <a:ext cx="567759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타순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EC7286-9ED4-F21E-F6CC-92B863FE10A5}"/>
              </a:ext>
            </a:extLst>
          </p:cNvPr>
          <p:cNvSpPr/>
          <p:nvPr/>
        </p:nvSpPr>
        <p:spPr>
          <a:xfrm>
            <a:off x="1434975" y="5554070"/>
            <a:ext cx="72880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포지션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E55759F-05E2-F9DB-A944-BA5F6872B998}"/>
              </a:ext>
            </a:extLst>
          </p:cNvPr>
          <p:cNvSpPr/>
          <p:nvPr/>
        </p:nvSpPr>
        <p:spPr>
          <a:xfrm>
            <a:off x="2222626" y="5554070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7A0494B-770F-BBA0-3D1B-87A3178D930C}"/>
              </a:ext>
            </a:extLst>
          </p:cNvPr>
          <p:cNvSpPr/>
          <p:nvPr/>
        </p:nvSpPr>
        <p:spPr>
          <a:xfrm>
            <a:off x="3494984" y="2564728"/>
            <a:ext cx="2601016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투수 라인업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F57482D-C29F-5372-6745-B9508E59768A}"/>
              </a:ext>
            </a:extLst>
          </p:cNvPr>
          <p:cNvSpPr/>
          <p:nvPr/>
        </p:nvSpPr>
        <p:spPr>
          <a:xfrm>
            <a:off x="3494984" y="2937042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입력할 투수 인원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9B66E19-235E-4EBF-CBA0-52B48863299F}"/>
              </a:ext>
            </a:extLst>
          </p:cNvPr>
          <p:cNvSpPr/>
          <p:nvPr/>
        </p:nvSpPr>
        <p:spPr>
          <a:xfrm>
            <a:off x="4767342" y="2937042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숫자 </a:t>
            </a:r>
            <a:r>
              <a:rPr lang="ko-KR" altLang="en-US" sz="1200" dirty="0" err="1">
                <a:solidFill>
                  <a:schemeClr val="tx1"/>
                </a:solidFill>
              </a:rPr>
              <a:t>입력칸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A42D14B-9B6F-40D0-CA14-0EAAC9083142}"/>
              </a:ext>
            </a:extLst>
          </p:cNvPr>
          <p:cNvSpPr/>
          <p:nvPr/>
        </p:nvSpPr>
        <p:spPr>
          <a:xfrm>
            <a:off x="3494984" y="3285461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A51E721-2E8E-149E-7DB8-52BF940AB992}"/>
              </a:ext>
            </a:extLst>
          </p:cNvPr>
          <p:cNvSpPr/>
          <p:nvPr/>
        </p:nvSpPr>
        <p:spPr>
          <a:xfrm>
            <a:off x="4767342" y="3285461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616A020-BE3F-2935-3278-84DBCB382221}"/>
              </a:ext>
            </a:extLst>
          </p:cNvPr>
          <p:cNvSpPr/>
          <p:nvPr/>
        </p:nvSpPr>
        <p:spPr>
          <a:xfrm>
            <a:off x="3494984" y="3635970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36A80AA-FD7A-0F75-6B79-87DE480B4333}"/>
              </a:ext>
            </a:extLst>
          </p:cNvPr>
          <p:cNvSpPr/>
          <p:nvPr/>
        </p:nvSpPr>
        <p:spPr>
          <a:xfrm>
            <a:off x="4767342" y="3635970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77F6F17-4505-00EC-C44F-5157711E3DF1}"/>
              </a:ext>
            </a:extLst>
          </p:cNvPr>
          <p:cNvSpPr/>
          <p:nvPr/>
        </p:nvSpPr>
        <p:spPr>
          <a:xfrm>
            <a:off x="3494984" y="3984389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1410E96-93D9-5497-FC4C-41C16203DA06}"/>
              </a:ext>
            </a:extLst>
          </p:cNvPr>
          <p:cNvSpPr/>
          <p:nvPr/>
        </p:nvSpPr>
        <p:spPr>
          <a:xfrm>
            <a:off x="4767342" y="3984389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3B3C8F9-A672-46BA-C8B7-D32B66CFF7F5}"/>
              </a:ext>
            </a:extLst>
          </p:cNvPr>
          <p:cNvSpPr/>
          <p:nvPr/>
        </p:nvSpPr>
        <p:spPr>
          <a:xfrm>
            <a:off x="3494984" y="4332808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AED174E-11F8-FA5A-69BB-AEB3E605D580}"/>
              </a:ext>
            </a:extLst>
          </p:cNvPr>
          <p:cNvSpPr/>
          <p:nvPr/>
        </p:nvSpPr>
        <p:spPr>
          <a:xfrm>
            <a:off x="4767342" y="4332808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A6D5438-6CDF-9C2C-2459-B5A8DBD61332}"/>
              </a:ext>
            </a:extLst>
          </p:cNvPr>
          <p:cNvSpPr/>
          <p:nvPr/>
        </p:nvSpPr>
        <p:spPr>
          <a:xfrm>
            <a:off x="3494984" y="4681227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A1693E7-7987-37A7-5AD8-6332D275FF72}"/>
              </a:ext>
            </a:extLst>
          </p:cNvPr>
          <p:cNvSpPr/>
          <p:nvPr/>
        </p:nvSpPr>
        <p:spPr>
          <a:xfrm>
            <a:off x="4767342" y="4681227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8E1BD52-992E-B1C3-C73E-6D9BE58F5F76}"/>
              </a:ext>
            </a:extLst>
          </p:cNvPr>
          <p:cNvSpPr/>
          <p:nvPr/>
        </p:nvSpPr>
        <p:spPr>
          <a:xfrm>
            <a:off x="3494984" y="5031736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0E89B1D-91C3-3536-FAAF-42BC9EFC7F58}"/>
              </a:ext>
            </a:extLst>
          </p:cNvPr>
          <p:cNvSpPr/>
          <p:nvPr/>
        </p:nvSpPr>
        <p:spPr>
          <a:xfrm>
            <a:off x="4767342" y="5031736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3DDC378-16B6-15DF-DBA8-887144FD2462}"/>
              </a:ext>
            </a:extLst>
          </p:cNvPr>
          <p:cNvSpPr/>
          <p:nvPr/>
        </p:nvSpPr>
        <p:spPr>
          <a:xfrm>
            <a:off x="3494984" y="5380155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9AD30CF-86DC-4B61-EA98-01E11B9454F7}"/>
              </a:ext>
            </a:extLst>
          </p:cNvPr>
          <p:cNvSpPr/>
          <p:nvPr/>
        </p:nvSpPr>
        <p:spPr>
          <a:xfrm>
            <a:off x="4767342" y="5380155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C94FECA-4D34-E4D7-D511-194FD03547A4}"/>
              </a:ext>
            </a:extLst>
          </p:cNvPr>
          <p:cNvSpPr/>
          <p:nvPr/>
        </p:nvSpPr>
        <p:spPr>
          <a:xfrm>
            <a:off x="3494984" y="5730142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69BA0B8-2A63-FADB-4A4E-34BFA61507A9}"/>
              </a:ext>
            </a:extLst>
          </p:cNvPr>
          <p:cNvSpPr/>
          <p:nvPr/>
        </p:nvSpPr>
        <p:spPr>
          <a:xfrm>
            <a:off x="4767342" y="5730142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7F3A86-CC63-DA9F-E323-EBDDD507D024}"/>
              </a:ext>
            </a:extLst>
          </p:cNvPr>
          <p:cNvSpPr txBox="1"/>
          <p:nvPr/>
        </p:nvSpPr>
        <p:spPr>
          <a:xfrm>
            <a:off x="3487556" y="6080129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입력해도 되고</a:t>
            </a:r>
            <a:endParaRPr lang="en-US" altLang="ko-KR" sz="1200" dirty="0"/>
          </a:p>
          <a:p>
            <a:r>
              <a:rPr lang="en-US" altLang="ko-KR" sz="1200" dirty="0"/>
              <a:t>select</a:t>
            </a:r>
            <a:r>
              <a:rPr lang="ko-KR" altLang="en-US" sz="1200" dirty="0"/>
              <a:t>도 되게</a:t>
            </a:r>
            <a:endParaRPr lang="en-US" altLang="ko-KR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347529-4461-397B-04FB-976F6DD24B66}"/>
              </a:ext>
            </a:extLst>
          </p:cNvPr>
          <p:cNvSpPr txBox="1"/>
          <p:nvPr/>
        </p:nvSpPr>
        <p:spPr>
          <a:xfrm>
            <a:off x="3042368" y="1930031"/>
            <a:ext cx="3757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투수와 교체 라인업은 유동적으로 구성하고</a:t>
            </a:r>
            <a:endParaRPr lang="en-US" altLang="ko-KR" sz="1200" dirty="0"/>
          </a:p>
          <a:p>
            <a:r>
              <a:rPr lang="ko-KR" altLang="en-US" sz="1200" dirty="0"/>
              <a:t>해당 </a:t>
            </a:r>
            <a:r>
              <a:rPr lang="ko-KR" altLang="en-US" sz="1200" dirty="0" err="1"/>
              <a:t>입력칸은</a:t>
            </a:r>
            <a:r>
              <a:rPr lang="ko-KR" altLang="en-US" sz="1200" dirty="0"/>
              <a:t> 화면 크기에 맞게 구현하는 것으로 </a:t>
            </a:r>
            <a:r>
              <a:rPr lang="en-US" altLang="ko-KR" sz="1200" dirty="0"/>
              <a:t>….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A15BE96-7ADB-2BA2-0D4B-829EA9C5D159}"/>
              </a:ext>
            </a:extLst>
          </p:cNvPr>
          <p:cNvSpPr/>
          <p:nvPr/>
        </p:nvSpPr>
        <p:spPr>
          <a:xfrm>
            <a:off x="6156356" y="2564728"/>
            <a:ext cx="2601016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라인업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0639167-696F-EE53-6766-01F03CCFDA86}"/>
              </a:ext>
            </a:extLst>
          </p:cNvPr>
          <p:cNvSpPr/>
          <p:nvPr/>
        </p:nvSpPr>
        <p:spPr>
          <a:xfrm>
            <a:off x="6156356" y="2937042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입력할 인원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10206A4-09AD-3AC3-6C25-3DC5C5E3E50F}"/>
              </a:ext>
            </a:extLst>
          </p:cNvPr>
          <p:cNvSpPr/>
          <p:nvPr/>
        </p:nvSpPr>
        <p:spPr>
          <a:xfrm>
            <a:off x="7428714" y="2937042"/>
            <a:ext cx="132865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숫자 </a:t>
            </a:r>
            <a:r>
              <a:rPr lang="ko-KR" altLang="en-US" sz="1200" dirty="0" err="1">
                <a:solidFill>
                  <a:schemeClr val="tx1"/>
                </a:solidFill>
              </a:rPr>
              <a:t>입력칸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626E697-973A-8D74-AEC3-B554EF2FFEC8}"/>
              </a:ext>
            </a:extLst>
          </p:cNvPr>
          <p:cNvSpPr/>
          <p:nvPr/>
        </p:nvSpPr>
        <p:spPr>
          <a:xfrm>
            <a:off x="6156356" y="3285461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77F4BBC-A519-70FA-B71F-3981F170105A}"/>
              </a:ext>
            </a:extLst>
          </p:cNvPr>
          <p:cNvSpPr/>
          <p:nvPr/>
        </p:nvSpPr>
        <p:spPr>
          <a:xfrm>
            <a:off x="7428714" y="3285461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6F49405-B609-0E8A-E74D-B799BB93052F}"/>
              </a:ext>
            </a:extLst>
          </p:cNvPr>
          <p:cNvSpPr/>
          <p:nvPr/>
        </p:nvSpPr>
        <p:spPr>
          <a:xfrm>
            <a:off x="6156356" y="3635970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13CDBE5-DADC-5A6B-9092-7E3645CB1A31}"/>
              </a:ext>
            </a:extLst>
          </p:cNvPr>
          <p:cNvSpPr/>
          <p:nvPr/>
        </p:nvSpPr>
        <p:spPr>
          <a:xfrm>
            <a:off x="7428714" y="3635970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6FDA08E-329C-6118-86D6-4C16B15D4361}"/>
              </a:ext>
            </a:extLst>
          </p:cNvPr>
          <p:cNvSpPr/>
          <p:nvPr/>
        </p:nvSpPr>
        <p:spPr>
          <a:xfrm>
            <a:off x="6156356" y="3984389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CB35EE-BDF0-5EE4-CA0F-E80CC27F1DDD}"/>
              </a:ext>
            </a:extLst>
          </p:cNvPr>
          <p:cNvSpPr/>
          <p:nvPr/>
        </p:nvSpPr>
        <p:spPr>
          <a:xfrm>
            <a:off x="7428714" y="3984389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936D503-B597-D965-2428-3B249E2992B2}"/>
              </a:ext>
            </a:extLst>
          </p:cNvPr>
          <p:cNvSpPr/>
          <p:nvPr/>
        </p:nvSpPr>
        <p:spPr>
          <a:xfrm>
            <a:off x="6156356" y="4332808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2516BA7-2ECB-F944-A3CA-DEE1EF06589D}"/>
              </a:ext>
            </a:extLst>
          </p:cNvPr>
          <p:cNvSpPr/>
          <p:nvPr/>
        </p:nvSpPr>
        <p:spPr>
          <a:xfrm>
            <a:off x="7428714" y="4332808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47CA26A-04A5-FFA0-FFCA-26F9E4BF2C3B}"/>
              </a:ext>
            </a:extLst>
          </p:cNvPr>
          <p:cNvSpPr/>
          <p:nvPr/>
        </p:nvSpPr>
        <p:spPr>
          <a:xfrm>
            <a:off x="6156356" y="4681227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71E2E97-E607-6638-D79C-EBA9354F7B23}"/>
              </a:ext>
            </a:extLst>
          </p:cNvPr>
          <p:cNvSpPr/>
          <p:nvPr/>
        </p:nvSpPr>
        <p:spPr>
          <a:xfrm>
            <a:off x="7428714" y="4681227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412CAEC-BC89-DE68-BF32-C7706BAF58E0}"/>
              </a:ext>
            </a:extLst>
          </p:cNvPr>
          <p:cNvSpPr/>
          <p:nvPr/>
        </p:nvSpPr>
        <p:spPr>
          <a:xfrm>
            <a:off x="6156356" y="5031736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028270B-A916-20A6-4226-B4A5EAD39901}"/>
              </a:ext>
            </a:extLst>
          </p:cNvPr>
          <p:cNvSpPr/>
          <p:nvPr/>
        </p:nvSpPr>
        <p:spPr>
          <a:xfrm>
            <a:off x="7428714" y="5031736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2563B8D-4F1F-CB10-F5FE-7AB467A89103}"/>
              </a:ext>
            </a:extLst>
          </p:cNvPr>
          <p:cNvSpPr/>
          <p:nvPr/>
        </p:nvSpPr>
        <p:spPr>
          <a:xfrm>
            <a:off x="6156356" y="5380155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E474EAD-985E-FEC2-931E-C6113569A042}"/>
              </a:ext>
            </a:extLst>
          </p:cNvPr>
          <p:cNvSpPr/>
          <p:nvPr/>
        </p:nvSpPr>
        <p:spPr>
          <a:xfrm>
            <a:off x="7428714" y="5380155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A6DD9AE-83B0-8FFB-5EA2-280120BF8CBE}"/>
              </a:ext>
            </a:extLst>
          </p:cNvPr>
          <p:cNvSpPr/>
          <p:nvPr/>
        </p:nvSpPr>
        <p:spPr>
          <a:xfrm>
            <a:off x="6156356" y="5730142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배번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071DF7F-B1EA-F665-4E41-23BF76C14252}"/>
              </a:ext>
            </a:extLst>
          </p:cNvPr>
          <p:cNvSpPr/>
          <p:nvPr/>
        </p:nvSpPr>
        <p:spPr>
          <a:xfrm>
            <a:off x="7428714" y="5730142"/>
            <a:ext cx="93668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 타입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D622E7-86CE-7160-90DE-8B822FD5B596}"/>
              </a:ext>
            </a:extLst>
          </p:cNvPr>
          <p:cNvSpPr txBox="1"/>
          <p:nvPr/>
        </p:nvSpPr>
        <p:spPr>
          <a:xfrm>
            <a:off x="7425116" y="6109655"/>
            <a:ext cx="2664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대주자</a:t>
            </a:r>
            <a:r>
              <a:rPr lang="en-US" altLang="ko-KR" sz="1200" dirty="0"/>
              <a:t> </a:t>
            </a:r>
            <a:r>
              <a:rPr lang="ko-KR" altLang="en-US" sz="1200" dirty="0"/>
              <a:t>대타</a:t>
            </a:r>
            <a:r>
              <a:rPr lang="en-US" altLang="ko-KR" sz="1200" dirty="0"/>
              <a:t> </a:t>
            </a:r>
            <a:r>
              <a:rPr lang="ko-KR" altLang="en-US" sz="1200" dirty="0" err="1"/>
              <a:t>대수비</a:t>
            </a:r>
            <a:endParaRPr lang="en-US" altLang="ko-KR" sz="1200" dirty="0"/>
          </a:p>
          <a:p>
            <a:r>
              <a:rPr lang="en-US" altLang="ko-KR" sz="1200" dirty="0"/>
              <a:t>&gt;</a:t>
            </a:r>
            <a:r>
              <a:rPr lang="ko-KR" altLang="en-US" sz="1200" dirty="0"/>
              <a:t>이렇게 선택지를 넣는 것으로 구현</a:t>
            </a:r>
            <a:endParaRPr lang="en-US" altLang="ko-KR" sz="1200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858AB46-0878-C386-3D61-2E9823D12FB4}"/>
              </a:ext>
            </a:extLst>
          </p:cNvPr>
          <p:cNvSpPr/>
          <p:nvPr/>
        </p:nvSpPr>
        <p:spPr>
          <a:xfrm>
            <a:off x="8441949" y="3274558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4B3443E-C69B-D10F-5062-8F4D983E2734}"/>
              </a:ext>
            </a:extLst>
          </p:cNvPr>
          <p:cNvSpPr/>
          <p:nvPr/>
        </p:nvSpPr>
        <p:spPr>
          <a:xfrm>
            <a:off x="8441949" y="3634925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이닝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6FA7B6B-C32A-AB91-C7BB-A840B0EEEF16}"/>
              </a:ext>
            </a:extLst>
          </p:cNvPr>
          <p:cNvSpPr/>
          <p:nvPr/>
        </p:nvSpPr>
        <p:spPr>
          <a:xfrm>
            <a:off x="8441949" y="3967251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4CA764B-0DE2-B726-24F4-DE6BDC3EBEF2}"/>
              </a:ext>
            </a:extLst>
          </p:cNvPr>
          <p:cNvSpPr/>
          <p:nvPr/>
        </p:nvSpPr>
        <p:spPr>
          <a:xfrm>
            <a:off x="8441949" y="4327618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F98E4BD-4558-D335-FCCE-FBE289E40B40}"/>
              </a:ext>
            </a:extLst>
          </p:cNvPr>
          <p:cNvSpPr/>
          <p:nvPr/>
        </p:nvSpPr>
        <p:spPr>
          <a:xfrm>
            <a:off x="8441949" y="4681227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3AEBAD9-371A-10B7-70B2-8A4B9DAC7586}"/>
              </a:ext>
            </a:extLst>
          </p:cNvPr>
          <p:cNvSpPr/>
          <p:nvPr/>
        </p:nvSpPr>
        <p:spPr>
          <a:xfrm>
            <a:off x="8441949" y="5041594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18177AB-1266-169C-4705-4B64C0EDE92C}"/>
              </a:ext>
            </a:extLst>
          </p:cNvPr>
          <p:cNvSpPr/>
          <p:nvPr/>
        </p:nvSpPr>
        <p:spPr>
          <a:xfrm>
            <a:off x="8441949" y="5373920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AB0B6CE-DB26-0BEF-95E4-BE49A69ED004}"/>
              </a:ext>
            </a:extLst>
          </p:cNvPr>
          <p:cNvSpPr/>
          <p:nvPr/>
        </p:nvSpPr>
        <p:spPr>
          <a:xfrm>
            <a:off x="8441949" y="5734287"/>
            <a:ext cx="50287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이닝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A8EB2DB-A29A-4262-289C-22DD2D212230}"/>
              </a:ext>
            </a:extLst>
          </p:cNvPr>
          <p:cNvSpPr/>
          <p:nvPr/>
        </p:nvSpPr>
        <p:spPr>
          <a:xfrm>
            <a:off x="9006689" y="3280319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교체된 선수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70858F6-85A3-8200-5103-E445D52B9A68}"/>
              </a:ext>
            </a:extLst>
          </p:cNvPr>
          <p:cNvSpPr/>
          <p:nvPr/>
        </p:nvSpPr>
        <p:spPr>
          <a:xfrm>
            <a:off x="9006689" y="3630828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교체된 선수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587CEC9-6328-1A11-5086-E49620AED796}"/>
              </a:ext>
            </a:extLst>
          </p:cNvPr>
          <p:cNvSpPr/>
          <p:nvPr/>
        </p:nvSpPr>
        <p:spPr>
          <a:xfrm>
            <a:off x="9006689" y="3979247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716464C-7614-4AE2-4B4F-F2000B960607}"/>
              </a:ext>
            </a:extLst>
          </p:cNvPr>
          <p:cNvSpPr/>
          <p:nvPr/>
        </p:nvSpPr>
        <p:spPr>
          <a:xfrm>
            <a:off x="9006689" y="4327666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05EE790-9760-E675-F97B-A1E5E1E06A4F}"/>
              </a:ext>
            </a:extLst>
          </p:cNvPr>
          <p:cNvSpPr/>
          <p:nvPr/>
        </p:nvSpPr>
        <p:spPr>
          <a:xfrm>
            <a:off x="9006689" y="4676085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1AA5E77-1979-DD2E-A551-36A5BBA97231}"/>
              </a:ext>
            </a:extLst>
          </p:cNvPr>
          <p:cNvSpPr/>
          <p:nvPr/>
        </p:nvSpPr>
        <p:spPr>
          <a:xfrm>
            <a:off x="9006689" y="5026594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A702507-3E5B-AE9D-F2D6-A349E714A40A}"/>
              </a:ext>
            </a:extLst>
          </p:cNvPr>
          <p:cNvSpPr/>
          <p:nvPr/>
        </p:nvSpPr>
        <p:spPr>
          <a:xfrm>
            <a:off x="9006689" y="5375013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C2B77A7-4D1B-28E8-DEFC-4B2D69CCFF62}"/>
              </a:ext>
            </a:extLst>
          </p:cNvPr>
          <p:cNvSpPr/>
          <p:nvPr/>
        </p:nvSpPr>
        <p:spPr>
          <a:xfrm>
            <a:off x="9006689" y="5725000"/>
            <a:ext cx="119581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0E4B112-4BD2-577F-FA81-3CAC2096C960}"/>
              </a:ext>
            </a:extLst>
          </p:cNvPr>
          <p:cNvSpPr txBox="1"/>
          <p:nvPr/>
        </p:nvSpPr>
        <p:spPr>
          <a:xfrm>
            <a:off x="181069" y="121293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경기 일정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,</a:t>
            </a:r>
            <a:r>
              <a:rPr lang="ko-KR" altLang="en-US" dirty="0"/>
              <a:t>모바일 동일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8B66B0E-3C38-A1F8-CD9F-F357FB798F64}"/>
              </a:ext>
            </a:extLst>
          </p:cNvPr>
          <p:cNvSpPr/>
          <p:nvPr/>
        </p:nvSpPr>
        <p:spPr>
          <a:xfrm>
            <a:off x="6352244" y="966817"/>
            <a:ext cx="123510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홈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어웨이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143B920-41F2-27A5-DE03-9CB10F9F33A6}"/>
              </a:ext>
            </a:extLst>
          </p:cNvPr>
          <p:cNvSpPr/>
          <p:nvPr/>
        </p:nvSpPr>
        <p:spPr>
          <a:xfrm>
            <a:off x="7727822" y="969224"/>
            <a:ext cx="1235108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상태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74A4A60-22E4-2A7C-19CE-3E09638478BB}"/>
              </a:ext>
            </a:extLst>
          </p:cNvPr>
          <p:cNvSpPr txBox="1"/>
          <p:nvPr/>
        </p:nvSpPr>
        <p:spPr>
          <a:xfrm>
            <a:off x="7581106" y="303041"/>
            <a:ext cx="4204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날짜가 </a:t>
            </a:r>
            <a:r>
              <a:rPr lang="ko-KR" altLang="en-US" sz="1200" dirty="0" err="1"/>
              <a:t>지나있다면</a:t>
            </a:r>
            <a:endParaRPr lang="en-US" altLang="ko-KR" sz="1200" dirty="0"/>
          </a:p>
          <a:p>
            <a:r>
              <a:rPr lang="ko-KR" altLang="en-US" sz="1200" dirty="0"/>
              <a:t>경기종료</a:t>
            </a:r>
            <a:r>
              <a:rPr lang="en-US" altLang="ko-KR" sz="1200" dirty="0"/>
              <a:t>/</a:t>
            </a:r>
            <a:r>
              <a:rPr lang="ko-KR" altLang="en-US" sz="1200" dirty="0"/>
              <a:t>우천중단</a:t>
            </a:r>
            <a:r>
              <a:rPr lang="en-US" altLang="ko-KR" sz="1200" dirty="0"/>
              <a:t>/</a:t>
            </a:r>
            <a:r>
              <a:rPr lang="ko-KR" altLang="en-US" sz="1200" dirty="0"/>
              <a:t>우천취소</a:t>
            </a:r>
            <a:r>
              <a:rPr lang="en-US" altLang="ko-KR" sz="1200" dirty="0"/>
              <a:t>/</a:t>
            </a:r>
            <a:r>
              <a:rPr lang="ko-KR" altLang="en-US" sz="1200" dirty="0"/>
              <a:t>폭염취소</a:t>
            </a:r>
            <a:r>
              <a:rPr lang="en-US" altLang="ko-KR" sz="1200" dirty="0"/>
              <a:t>/</a:t>
            </a:r>
            <a:r>
              <a:rPr lang="ko-KR" altLang="en-US" sz="1200" dirty="0"/>
              <a:t>기타취소</a:t>
            </a:r>
            <a:endParaRPr lang="en-US" altLang="ko-KR" sz="1200" dirty="0"/>
          </a:p>
          <a:p>
            <a:r>
              <a:rPr lang="ko-KR" altLang="en-US" sz="1200" dirty="0"/>
              <a:t>중에 선택 </a:t>
            </a:r>
            <a:r>
              <a:rPr lang="ko-KR" altLang="en-US" sz="1200" dirty="0" err="1"/>
              <a:t>가능한것으로하고</a:t>
            </a:r>
            <a:r>
              <a:rPr lang="ko-KR" altLang="en-US" sz="1200" dirty="0"/>
              <a:t> 기본적으로는 경기 종료 사용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299838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98C5-971A-8778-8525-C03BB034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D6C093-59C5-FC40-8BCB-699D70FFFE08}"/>
              </a:ext>
            </a:extLst>
          </p:cNvPr>
          <p:cNvSpPr txBox="1"/>
          <p:nvPr/>
        </p:nvSpPr>
        <p:spPr>
          <a:xfrm>
            <a:off x="405897" y="580040"/>
            <a:ext cx="294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경기</a:t>
            </a:r>
            <a:r>
              <a:rPr lang="en-US" altLang="ko-KR" dirty="0"/>
              <a:t> </a:t>
            </a:r>
            <a:r>
              <a:rPr lang="ko-KR" altLang="en-US" dirty="0"/>
              <a:t>상제 정보 디자인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314FE6A-6ADA-C64A-7080-432C7C13A913}"/>
              </a:ext>
            </a:extLst>
          </p:cNvPr>
          <p:cNvSpPr/>
          <p:nvPr/>
        </p:nvSpPr>
        <p:spPr>
          <a:xfrm>
            <a:off x="672119" y="2202543"/>
            <a:ext cx="93749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승리투수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14B9D0-97A0-7FBA-7B83-CED69AAA1238}"/>
              </a:ext>
            </a:extLst>
          </p:cNvPr>
          <p:cNvSpPr txBox="1"/>
          <p:nvPr/>
        </p:nvSpPr>
        <p:spPr>
          <a:xfrm>
            <a:off x="2163776" y="2622010"/>
            <a:ext cx="2403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이건 그냥 직접 입력하는 것으로</a:t>
            </a:r>
            <a:endParaRPr lang="en-US" altLang="ko-KR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6990B9-A2B8-A744-9849-E1A3759B948D}"/>
              </a:ext>
            </a:extLst>
          </p:cNvPr>
          <p:cNvSpPr txBox="1"/>
          <p:nvPr/>
        </p:nvSpPr>
        <p:spPr>
          <a:xfrm>
            <a:off x="181069" y="121293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경기 일정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,</a:t>
            </a:r>
            <a:r>
              <a:rPr lang="ko-KR" altLang="en-US" dirty="0"/>
              <a:t>모바일 동일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718DC3-6468-07D6-287F-F8141659B1FE}"/>
              </a:ext>
            </a:extLst>
          </p:cNvPr>
          <p:cNvSpPr/>
          <p:nvPr/>
        </p:nvSpPr>
        <p:spPr>
          <a:xfrm>
            <a:off x="672119" y="979177"/>
            <a:ext cx="8045985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스코어보드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497FDD-C4C8-87D0-B2FD-9E81BD6B7BA3}"/>
              </a:ext>
            </a:extLst>
          </p:cNvPr>
          <p:cNvSpPr/>
          <p:nvPr/>
        </p:nvSpPr>
        <p:spPr>
          <a:xfrm>
            <a:off x="672119" y="1368368"/>
            <a:ext cx="85836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홈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A2ED03-B9C7-183E-E06C-EE2CCD554306}"/>
              </a:ext>
            </a:extLst>
          </p:cNvPr>
          <p:cNvSpPr/>
          <p:nvPr/>
        </p:nvSpPr>
        <p:spPr>
          <a:xfrm>
            <a:off x="672119" y="1787835"/>
            <a:ext cx="85836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어웨이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36304C-FA46-04B5-3D31-13642014A309}"/>
              </a:ext>
            </a:extLst>
          </p:cNvPr>
          <p:cNvSpPr/>
          <p:nvPr/>
        </p:nvSpPr>
        <p:spPr>
          <a:xfrm>
            <a:off x="1609611" y="1362883"/>
            <a:ext cx="675579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8C4ED7-5AB8-7169-3342-8C2DBB2FF998}"/>
              </a:ext>
            </a:extLst>
          </p:cNvPr>
          <p:cNvSpPr/>
          <p:nvPr/>
        </p:nvSpPr>
        <p:spPr>
          <a:xfrm>
            <a:off x="1609610" y="1783076"/>
            <a:ext cx="6755792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결과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7D68AF2-8E44-1E7E-0311-B8CC761CAE09}"/>
              </a:ext>
            </a:extLst>
          </p:cNvPr>
          <p:cNvSpPr/>
          <p:nvPr/>
        </p:nvSpPr>
        <p:spPr>
          <a:xfrm>
            <a:off x="2764530" y="2202543"/>
            <a:ext cx="93749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결승타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309F2FB-559E-0B84-BA14-ED6A91D1949D}"/>
              </a:ext>
            </a:extLst>
          </p:cNvPr>
          <p:cNvSpPr/>
          <p:nvPr/>
        </p:nvSpPr>
        <p:spPr>
          <a:xfrm>
            <a:off x="1695031" y="2202543"/>
            <a:ext cx="93749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7BDA8E6-B9A4-0A77-C100-270B1D0279A5}"/>
              </a:ext>
            </a:extLst>
          </p:cNvPr>
          <p:cNvSpPr/>
          <p:nvPr/>
        </p:nvSpPr>
        <p:spPr>
          <a:xfrm>
            <a:off x="3806478" y="2202543"/>
            <a:ext cx="93749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이름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E3EEDD6-4B17-E2AF-FA38-222D3DCCE06C}"/>
              </a:ext>
            </a:extLst>
          </p:cNvPr>
          <p:cNvSpPr/>
          <p:nvPr/>
        </p:nvSpPr>
        <p:spPr>
          <a:xfrm>
            <a:off x="4848426" y="2205295"/>
            <a:ext cx="937491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642203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BC66-9ADC-1612-1B18-ABCAE2D2F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3ABEF1B-397F-22C8-D931-7D1A0B5912E6}"/>
              </a:ext>
            </a:extLst>
          </p:cNvPr>
          <p:cNvSpPr/>
          <p:nvPr/>
        </p:nvSpPr>
        <p:spPr>
          <a:xfrm>
            <a:off x="549552" y="949373"/>
            <a:ext cx="4339319" cy="4636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DAC449-CD87-3F80-7696-17F048B9D2E7}"/>
              </a:ext>
            </a:extLst>
          </p:cNvPr>
          <p:cNvSpPr/>
          <p:nvPr/>
        </p:nvSpPr>
        <p:spPr>
          <a:xfrm>
            <a:off x="683275" y="1877601"/>
            <a:ext cx="4071871" cy="23231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경기 일정 정보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7B12705-F5EF-CB97-ED09-DF912211DB1E}"/>
              </a:ext>
            </a:extLst>
          </p:cNvPr>
          <p:cNvSpPr/>
          <p:nvPr/>
        </p:nvSpPr>
        <p:spPr>
          <a:xfrm>
            <a:off x="2060968" y="5015579"/>
            <a:ext cx="1136965" cy="3620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불러오기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6EDF08-2353-941C-76A2-FA1D8622486A}"/>
              </a:ext>
            </a:extLst>
          </p:cNvPr>
          <p:cNvSpPr txBox="1"/>
          <p:nvPr/>
        </p:nvSpPr>
        <p:spPr>
          <a:xfrm>
            <a:off x="4992263" y="1480376"/>
            <a:ext cx="3823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체크 박스나 리스트 선택 형태로 구현 할 수 있는지 </a:t>
            </a:r>
            <a:r>
              <a:rPr lang="en-US" altLang="ko-KR" sz="12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4A156-1AAF-E0E1-BEE0-A16E471E9F18}"/>
              </a:ext>
            </a:extLst>
          </p:cNvPr>
          <p:cNvSpPr txBox="1"/>
          <p:nvPr/>
        </p:nvSpPr>
        <p:spPr>
          <a:xfrm>
            <a:off x="405897" y="580040"/>
            <a:ext cx="294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경기</a:t>
            </a:r>
            <a:r>
              <a:rPr lang="en-US" altLang="ko-KR" dirty="0"/>
              <a:t> </a:t>
            </a:r>
            <a:r>
              <a:rPr lang="ko-KR" altLang="en-US" dirty="0"/>
              <a:t>불러오기 디자인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06F847-A9E5-06F5-D1A3-77FA2C2DA385}"/>
              </a:ext>
            </a:extLst>
          </p:cNvPr>
          <p:cNvSpPr/>
          <p:nvPr/>
        </p:nvSpPr>
        <p:spPr>
          <a:xfrm>
            <a:off x="683275" y="1431558"/>
            <a:ext cx="125582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경기 날짜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B4E67D-EC28-CCC9-35CA-699434EA8FCD}"/>
              </a:ext>
            </a:extLst>
          </p:cNvPr>
          <p:cNvSpPr/>
          <p:nvPr/>
        </p:nvSpPr>
        <p:spPr>
          <a:xfrm>
            <a:off x="2091299" y="1431558"/>
            <a:ext cx="125582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장소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A711BB-ADD7-8144-A56B-840F15E65F14}"/>
              </a:ext>
            </a:extLst>
          </p:cNvPr>
          <p:cNvSpPr/>
          <p:nvPr/>
        </p:nvSpPr>
        <p:spPr>
          <a:xfrm>
            <a:off x="3499323" y="1431558"/>
            <a:ext cx="1255823" cy="297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상대편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8BBDD5-1018-8CF4-D8C3-2EBC7139859C}"/>
              </a:ext>
            </a:extLst>
          </p:cNvPr>
          <p:cNvSpPr/>
          <p:nvPr/>
        </p:nvSpPr>
        <p:spPr>
          <a:xfrm>
            <a:off x="1887443" y="4409112"/>
            <a:ext cx="1566665" cy="3770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선택한 경기 정보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C8332-4CDD-02AB-AE9F-AAF5774D1015}"/>
              </a:ext>
            </a:extLst>
          </p:cNvPr>
          <p:cNvSpPr txBox="1"/>
          <p:nvPr/>
        </p:nvSpPr>
        <p:spPr>
          <a:xfrm>
            <a:off x="181069" y="121293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경기 일정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,</a:t>
            </a:r>
            <a:r>
              <a:rPr lang="ko-KR" altLang="en-US" dirty="0"/>
              <a:t>모바일 동일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49044E-E173-0531-B688-BDC3063F1999}"/>
              </a:ext>
            </a:extLst>
          </p:cNvPr>
          <p:cNvSpPr/>
          <p:nvPr/>
        </p:nvSpPr>
        <p:spPr>
          <a:xfrm>
            <a:off x="4208709" y="1001919"/>
            <a:ext cx="546437" cy="3770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닫기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841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54FBE-9962-1850-2B09-ED86CA85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47013E-B89E-04E2-93DF-8FD6B49C154E}"/>
              </a:ext>
            </a:extLst>
          </p:cNvPr>
          <p:cNvSpPr txBox="1"/>
          <p:nvPr/>
        </p:nvSpPr>
        <p:spPr>
          <a:xfrm>
            <a:off x="3755454" y="2644170"/>
            <a:ext cx="46810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 dirty="0"/>
              <a:t>DB </a:t>
            </a:r>
            <a:r>
              <a:rPr lang="ko-KR" altLang="en-US" sz="9600" dirty="0"/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4044892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BFE094-3DBF-9E50-680D-3DFB71B160A2}"/>
              </a:ext>
            </a:extLst>
          </p:cNvPr>
          <p:cNvSpPr/>
          <p:nvPr/>
        </p:nvSpPr>
        <p:spPr>
          <a:xfrm>
            <a:off x="332508" y="490625"/>
            <a:ext cx="4846714" cy="5716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10BB0-B960-E244-56A5-2E643CCA6257}"/>
              </a:ext>
            </a:extLst>
          </p:cNvPr>
          <p:cNvSpPr txBox="1"/>
          <p:nvPr/>
        </p:nvSpPr>
        <p:spPr>
          <a:xfrm>
            <a:off x="0" y="28684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</a:t>
            </a:r>
            <a:r>
              <a:rPr lang="en-US" altLang="ko-KR" dirty="0" err="1"/>
              <a:t>Firestore</a:t>
            </a:r>
            <a:r>
              <a:rPr lang="en-US" altLang="ko-KR" dirty="0"/>
              <a:t> Database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88119E-EBEE-3878-3FA3-EE405F5E1314}"/>
              </a:ext>
            </a:extLst>
          </p:cNvPr>
          <p:cNvSpPr/>
          <p:nvPr/>
        </p:nvSpPr>
        <p:spPr>
          <a:xfrm>
            <a:off x="576037" y="906137"/>
            <a:ext cx="4434200" cy="46491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FAD4FE-7D85-FB55-4324-809B307941A0}"/>
              </a:ext>
            </a:extLst>
          </p:cNvPr>
          <p:cNvSpPr/>
          <p:nvPr/>
        </p:nvSpPr>
        <p:spPr>
          <a:xfrm>
            <a:off x="968582" y="1247879"/>
            <a:ext cx="1914398" cy="37908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date :</a:t>
            </a:r>
            <a:r>
              <a:rPr lang="ko-KR" altLang="en-US" sz="1100" dirty="0">
                <a:solidFill>
                  <a:schemeClr val="tx1"/>
                </a:solidFill>
              </a:rPr>
              <a:t> 경기 날짜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location : </a:t>
            </a:r>
            <a:r>
              <a:rPr lang="ko-KR" altLang="en-US" sz="1100" dirty="0">
                <a:solidFill>
                  <a:schemeClr val="tx1"/>
                </a:solidFill>
              </a:rPr>
              <a:t>장소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match-name : </a:t>
            </a:r>
            <a:r>
              <a:rPr lang="ko-KR" altLang="en-US" sz="1100" dirty="0">
                <a:solidFill>
                  <a:schemeClr val="tx1"/>
                </a:solidFill>
              </a:rPr>
              <a:t>대회 이름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opponent : </a:t>
            </a:r>
            <a:r>
              <a:rPr lang="ko-KR" altLang="en-US" sz="1100" dirty="0">
                <a:solidFill>
                  <a:schemeClr val="tx1"/>
                </a:solidFill>
              </a:rPr>
              <a:t>상대팀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winning-</a:t>
            </a:r>
            <a:r>
              <a:rPr lang="en-US" altLang="ko-KR" sz="1100" dirty="0" err="1">
                <a:solidFill>
                  <a:schemeClr val="tx1"/>
                </a:solidFill>
              </a:rPr>
              <a:t>picher</a:t>
            </a:r>
            <a:r>
              <a:rPr lang="en-US" altLang="ko-KR" sz="1100" dirty="0">
                <a:solidFill>
                  <a:schemeClr val="tx1"/>
                </a:solidFill>
              </a:rPr>
              <a:t> : </a:t>
            </a:r>
            <a:r>
              <a:rPr lang="ko-KR" altLang="en-US" sz="1100" dirty="0">
                <a:solidFill>
                  <a:schemeClr val="tx1"/>
                </a:solidFill>
              </a:rPr>
              <a:t>승리투수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run-bat-in : </a:t>
            </a:r>
            <a:r>
              <a:rPr lang="ko-KR" altLang="en-US" sz="1100" dirty="0">
                <a:solidFill>
                  <a:schemeClr val="tx1"/>
                </a:solidFill>
              </a:rPr>
              <a:t>결승타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home-score[] : </a:t>
            </a:r>
            <a:r>
              <a:rPr lang="ko-KR" altLang="en-US" sz="1100" dirty="0">
                <a:solidFill>
                  <a:schemeClr val="tx1"/>
                </a:solidFill>
              </a:rPr>
              <a:t>이닝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득점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away-score[] : </a:t>
            </a:r>
            <a:r>
              <a:rPr lang="ko-KR" altLang="en-US" sz="1100" dirty="0">
                <a:solidFill>
                  <a:schemeClr val="tx1"/>
                </a:solidFill>
              </a:rPr>
              <a:t>이닝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  <a:r>
              <a:rPr lang="ko-KR" altLang="en-US" sz="1100" dirty="0">
                <a:solidFill>
                  <a:schemeClr val="tx1"/>
                </a:solidFill>
              </a:rPr>
              <a:t>득점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home-run : </a:t>
            </a:r>
            <a:r>
              <a:rPr lang="ko-KR" altLang="en-US" sz="1100" dirty="0">
                <a:solidFill>
                  <a:schemeClr val="tx1"/>
                </a:solidFill>
              </a:rPr>
              <a:t>홈 득점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home-hit : </a:t>
            </a:r>
            <a:r>
              <a:rPr lang="ko-KR" altLang="en-US" sz="1100" dirty="0">
                <a:solidFill>
                  <a:schemeClr val="tx1"/>
                </a:solidFill>
              </a:rPr>
              <a:t>홈 안타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home-error : </a:t>
            </a:r>
            <a:r>
              <a:rPr lang="ko-KR" altLang="en-US" sz="1100" dirty="0">
                <a:solidFill>
                  <a:schemeClr val="tx1"/>
                </a:solidFill>
              </a:rPr>
              <a:t>홈 실책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away-run : </a:t>
            </a:r>
            <a:r>
              <a:rPr lang="ko-KR" altLang="en-US" sz="1100" dirty="0">
                <a:solidFill>
                  <a:schemeClr val="tx1"/>
                </a:solidFill>
              </a:rPr>
              <a:t>어웨이 득점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away-hit : </a:t>
            </a:r>
            <a:r>
              <a:rPr lang="ko-KR" altLang="en-US" sz="1100" dirty="0">
                <a:solidFill>
                  <a:schemeClr val="tx1"/>
                </a:solidFill>
              </a:rPr>
              <a:t>어웨이 안타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away-error : </a:t>
            </a:r>
            <a:r>
              <a:rPr lang="ko-KR" altLang="en-US" sz="1100" dirty="0">
                <a:solidFill>
                  <a:schemeClr val="tx1"/>
                </a:solidFill>
              </a:rPr>
              <a:t>어웨이 실책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status : </a:t>
            </a:r>
            <a:r>
              <a:rPr lang="ko-KR" altLang="en-US" sz="1100" dirty="0">
                <a:solidFill>
                  <a:schemeClr val="tx1"/>
                </a:solidFill>
              </a:rPr>
              <a:t>경기 상태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 err="1">
                <a:solidFill>
                  <a:schemeClr val="tx1"/>
                </a:solidFill>
              </a:rPr>
              <a:t>home_away</a:t>
            </a:r>
            <a:r>
              <a:rPr lang="en-US" altLang="ko-KR" sz="1100" dirty="0">
                <a:solidFill>
                  <a:schemeClr val="tx1"/>
                </a:solidFill>
              </a:rPr>
              <a:t> :</a:t>
            </a:r>
            <a:r>
              <a:rPr lang="ko-KR" altLang="en-US" sz="1100" dirty="0">
                <a:solidFill>
                  <a:schemeClr val="tx1"/>
                </a:solidFill>
              </a:rPr>
              <a:t> 홈인지 어웨이 인지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C2B259-CA12-1195-F0E2-DF13D7C7D644}"/>
              </a:ext>
            </a:extLst>
          </p:cNvPr>
          <p:cNvSpPr/>
          <p:nvPr/>
        </p:nvSpPr>
        <p:spPr>
          <a:xfrm>
            <a:off x="2909069" y="1242464"/>
            <a:ext cx="1914398" cy="11647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9792E7-3031-EC9A-6207-32138167DB8A}"/>
              </a:ext>
            </a:extLst>
          </p:cNvPr>
          <p:cNvSpPr/>
          <p:nvPr/>
        </p:nvSpPr>
        <p:spPr>
          <a:xfrm>
            <a:off x="3078054" y="1702126"/>
            <a:ext cx="1600361" cy="632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slot :</a:t>
            </a:r>
            <a:r>
              <a:rPr lang="ko-KR" altLang="en-US" sz="1100" dirty="0">
                <a:solidFill>
                  <a:schemeClr val="tx1"/>
                </a:solidFill>
              </a:rPr>
              <a:t> 타순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number : </a:t>
            </a:r>
            <a:r>
              <a:rPr lang="ko-KR" altLang="en-US" sz="1100" dirty="0" err="1">
                <a:solidFill>
                  <a:schemeClr val="tx1"/>
                </a:solidFill>
              </a:rPr>
              <a:t>배번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position : </a:t>
            </a:r>
            <a:r>
              <a:rPr lang="ko-KR" altLang="en-US" sz="1100" dirty="0">
                <a:solidFill>
                  <a:schemeClr val="tx1"/>
                </a:solidFill>
              </a:rPr>
              <a:t>포지션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4E6EA7-D9F0-E1D5-42E2-58960B948811}"/>
              </a:ext>
            </a:extLst>
          </p:cNvPr>
          <p:cNvSpPr/>
          <p:nvPr/>
        </p:nvSpPr>
        <p:spPr>
          <a:xfrm>
            <a:off x="576035" y="5594976"/>
            <a:ext cx="2723424" cy="4840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51EFE9-2A39-3CF8-4BE4-69BCBCF2B7CB}"/>
              </a:ext>
            </a:extLst>
          </p:cNvPr>
          <p:cNvSpPr/>
          <p:nvPr/>
        </p:nvSpPr>
        <p:spPr>
          <a:xfrm>
            <a:off x="1616452" y="5728967"/>
            <a:ext cx="1240144" cy="2601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name[] : </a:t>
            </a:r>
            <a:r>
              <a:rPr lang="ko-KR" altLang="en-US" sz="1100" dirty="0" err="1">
                <a:solidFill>
                  <a:schemeClr val="tx1"/>
                </a:solidFill>
              </a:rPr>
              <a:t>대회명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9DADAE-B7FD-E9AA-91E3-EE8863299CA3}"/>
              </a:ext>
            </a:extLst>
          </p:cNvPr>
          <p:cNvSpPr txBox="1"/>
          <p:nvPr/>
        </p:nvSpPr>
        <p:spPr>
          <a:xfrm>
            <a:off x="1512078" y="515483"/>
            <a:ext cx="82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match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A58C28-E9DC-F91E-ABE3-9B23402BC740}"/>
              </a:ext>
            </a:extLst>
          </p:cNvPr>
          <p:cNvSpPr txBox="1"/>
          <p:nvPr/>
        </p:nvSpPr>
        <p:spPr>
          <a:xfrm>
            <a:off x="1266707" y="917103"/>
            <a:ext cx="1361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날짜</a:t>
            </a:r>
            <a:r>
              <a:rPr lang="en-US" altLang="ko-KR" sz="1400" dirty="0"/>
              <a:t>(</a:t>
            </a:r>
            <a:r>
              <a:rPr lang="en-US" altLang="ko-KR" sz="1400" dirty="0" err="1"/>
              <a:t>yymmdd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8A5786-AF27-44EC-0757-C8FA656EFC4C}"/>
              </a:ext>
            </a:extLst>
          </p:cNvPr>
          <p:cNvSpPr txBox="1"/>
          <p:nvPr/>
        </p:nvSpPr>
        <p:spPr>
          <a:xfrm>
            <a:off x="3200573" y="1297364"/>
            <a:ext cx="1331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start-line-up</a:t>
            </a:r>
            <a:endParaRPr lang="ko-KR" altLang="en-US" sz="16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1412059-222C-7F9A-6E0B-92E2021B6E19}"/>
              </a:ext>
            </a:extLst>
          </p:cNvPr>
          <p:cNvSpPr/>
          <p:nvPr/>
        </p:nvSpPr>
        <p:spPr>
          <a:xfrm>
            <a:off x="2909069" y="2453245"/>
            <a:ext cx="1914398" cy="11647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DADDFBD-E75A-065B-7EF1-42E5ECFD3DC3}"/>
              </a:ext>
            </a:extLst>
          </p:cNvPr>
          <p:cNvSpPr/>
          <p:nvPr/>
        </p:nvSpPr>
        <p:spPr>
          <a:xfrm>
            <a:off x="3078054" y="2912907"/>
            <a:ext cx="1600361" cy="632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slot :</a:t>
            </a:r>
            <a:r>
              <a:rPr lang="ko-KR" altLang="en-US" sz="1100" dirty="0">
                <a:solidFill>
                  <a:schemeClr val="tx1"/>
                </a:solidFill>
              </a:rPr>
              <a:t> 순서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number : </a:t>
            </a:r>
            <a:r>
              <a:rPr lang="ko-KR" altLang="en-US" sz="1100" dirty="0" err="1">
                <a:solidFill>
                  <a:schemeClr val="tx1"/>
                </a:solidFill>
              </a:rPr>
              <a:t>배번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inning : </a:t>
            </a:r>
            <a:r>
              <a:rPr lang="ko-KR" altLang="en-US" sz="1100" dirty="0">
                <a:solidFill>
                  <a:schemeClr val="tx1"/>
                </a:solidFill>
              </a:rPr>
              <a:t>이닝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828D9D-A928-A2A5-6B84-39D2D5C613DD}"/>
              </a:ext>
            </a:extLst>
          </p:cNvPr>
          <p:cNvSpPr txBox="1"/>
          <p:nvPr/>
        </p:nvSpPr>
        <p:spPr>
          <a:xfrm>
            <a:off x="3118052" y="2508145"/>
            <a:ext cx="1556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pitcher-line-up</a:t>
            </a:r>
            <a:endParaRPr lang="ko-KR" altLang="en-US" sz="16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FCE947C-B73B-9EF0-0E32-AF0B49501D16}"/>
              </a:ext>
            </a:extLst>
          </p:cNvPr>
          <p:cNvSpPr/>
          <p:nvPr/>
        </p:nvSpPr>
        <p:spPr>
          <a:xfrm>
            <a:off x="2909069" y="3676785"/>
            <a:ext cx="1914398" cy="13287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B25D57-77A9-23C6-1794-BEBC7A721A20}"/>
              </a:ext>
            </a:extLst>
          </p:cNvPr>
          <p:cNvSpPr txBox="1"/>
          <p:nvPr/>
        </p:nvSpPr>
        <p:spPr>
          <a:xfrm>
            <a:off x="3118052" y="3712196"/>
            <a:ext cx="1497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bench-line-up</a:t>
            </a:r>
            <a:endParaRPr lang="ko-KR" altLang="en-US" sz="1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899D9D-3B88-8464-071D-B92898FB6ABF}"/>
              </a:ext>
            </a:extLst>
          </p:cNvPr>
          <p:cNvSpPr/>
          <p:nvPr/>
        </p:nvSpPr>
        <p:spPr>
          <a:xfrm>
            <a:off x="3101541" y="4050750"/>
            <a:ext cx="1572577" cy="8752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type :</a:t>
            </a:r>
            <a:r>
              <a:rPr lang="ko-KR" altLang="en-US" sz="1100" dirty="0">
                <a:solidFill>
                  <a:schemeClr val="tx1"/>
                </a:solidFill>
              </a:rPr>
              <a:t> 교체 사유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Number : </a:t>
            </a:r>
            <a:r>
              <a:rPr lang="ko-KR" altLang="en-US" sz="1100" dirty="0" err="1">
                <a:solidFill>
                  <a:schemeClr val="tx1"/>
                </a:solidFill>
              </a:rPr>
              <a:t>배번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Inning : </a:t>
            </a:r>
            <a:r>
              <a:rPr lang="ko-KR" altLang="en-US" sz="1100" dirty="0">
                <a:solidFill>
                  <a:schemeClr val="tx1"/>
                </a:solidFill>
              </a:rPr>
              <a:t>이닝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change-number 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:</a:t>
            </a:r>
            <a:r>
              <a:rPr lang="ko-KR" altLang="en-US" sz="1100" dirty="0">
                <a:solidFill>
                  <a:schemeClr val="tx1"/>
                </a:solidFill>
              </a:rPr>
              <a:t>교체된 선수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DAF041-2889-666C-3B6E-11F9B2AF446C}"/>
              </a:ext>
            </a:extLst>
          </p:cNvPr>
          <p:cNvSpPr txBox="1"/>
          <p:nvPr/>
        </p:nvSpPr>
        <p:spPr>
          <a:xfrm>
            <a:off x="626437" y="5681389"/>
            <a:ext cx="990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match-list</a:t>
            </a:r>
            <a:endParaRPr lang="ko-KR" altLang="en-US" sz="14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772A88A-67A5-C2D9-DC66-58B4FC23B2DD}"/>
              </a:ext>
            </a:extLst>
          </p:cNvPr>
          <p:cNvSpPr/>
          <p:nvPr/>
        </p:nvSpPr>
        <p:spPr>
          <a:xfrm>
            <a:off x="5439855" y="1504055"/>
            <a:ext cx="3186547" cy="42473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7CD0249-8AA3-C553-07E5-1E66F75B8C3B}"/>
              </a:ext>
            </a:extLst>
          </p:cNvPr>
          <p:cNvSpPr/>
          <p:nvPr/>
        </p:nvSpPr>
        <p:spPr>
          <a:xfrm>
            <a:off x="5683384" y="1919568"/>
            <a:ext cx="2723424" cy="3665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7EB12B-71E8-6C06-59C5-D63E7D67FDB1}"/>
              </a:ext>
            </a:extLst>
          </p:cNvPr>
          <p:cNvSpPr/>
          <p:nvPr/>
        </p:nvSpPr>
        <p:spPr>
          <a:xfrm>
            <a:off x="6052717" y="2354959"/>
            <a:ext cx="1914398" cy="686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player-list[] : </a:t>
            </a:r>
            <a:r>
              <a:rPr lang="ko-KR" altLang="en-US" sz="1100" dirty="0">
                <a:solidFill>
                  <a:schemeClr val="tx1"/>
                </a:solidFill>
              </a:rPr>
              <a:t>선수 명단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*</a:t>
            </a:r>
            <a:r>
              <a:rPr lang="ko-KR" altLang="en-US" sz="1100" dirty="0">
                <a:solidFill>
                  <a:schemeClr val="tx1"/>
                </a:solidFill>
              </a:rPr>
              <a:t>번호</a:t>
            </a:r>
            <a:r>
              <a:rPr lang="en-US" altLang="ko-KR" sz="1100" dirty="0">
                <a:solidFill>
                  <a:schemeClr val="tx1"/>
                </a:solidFill>
              </a:rPr>
              <a:t>,position </a:t>
            </a:r>
            <a:r>
              <a:rPr lang="ko-KR" altLang="en-US" sz="1100" dirty="0">
                <a:solidFill>
                  <a:schemeClr val="tx1"/>
                </a:solidFill>
              </a:rPr>
              <a:t>구성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3E9BC11-2C77-E6AD-1273-248DE62C9ACD}"/>
              </a:ext>
            </a:extLst>
          </p:cNvPr>
          <p:cNvSpPr/>
          <p:nvPr/>
        </p:nvSpPr>
        <p:spPr>
          <a:xfrm>
            <a:off x="6052717" y="3133591"/>
            <a:ext cx="1914398" cy="22616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39C1DF-B7DB-C826-B638-7B55A3B4BB9B}"/>
              </a:ext>
            </a:extLst>
          </p:cNvPr>
          <p:cNvSpPr/>
          <p:nvPr/>
        </p:nvSpPr>
        <p:spPr>
          <a:xfrm>
            <a:off x="6221702" y="3593252"/>
            <a:ext cx="1600361" cy="16395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name :</a:t>
            </a:r>
            <a:r>
              <a:rPr lang="ko-KR" altLang="en-US" sz="1100" dirty="0">
                <a:solidFill>
                  <a:schemeClr val="tx1"/>
                </a:solidFill>
              </a:rPr>
              <a:t> 타순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number : </a:t>
            </a:r>
            <a:r>
              <a:rPr lang="ko-KR" altLang="en-US" sz="1100" dirty="0" err="1">
                <a:solidFill>
                  <a:schemeClr val="tx1"/>
                </a:solidFill>
              </a:rPr>
              <a:t>배번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position : </a:t>
            </a:r>
            <a:r>
              <a:rPr lang="ko-KR" altLang="en-US" sz="1100" dirty="0">
                <a:solidFill>
                  <a:schemeClr val="tx1"/>
                </a:solidFill>
              </a:rPr>
              <a:t>포지션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grade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:</a:t>
            </a:r>
            <a:r>
              <a:rPr lang="ko-KR" altLang="en-US" sz="1100" dirty="0">
                <a:solidFill>
                  <a:schemeClr val="tx1"/>
                </a:solidFill>
              </a:rPr>
              <a:t> 학년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height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: </a:t>
            </a:r>
            <a:r>
              <a:rPr lang="ko-KR" altLang="en-US" sz="1100" dirty="0">
                <a:solidFill>
                  <a:schemeClr val="tx1"/>
                </a:solidFill>
              </a:rPr>
              <a:t>키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weight : </a:t>
            </a:r>
            <a:r>
              <a:rPr lang="ko-KR" altLang="en-US" sz="1100" dirty="0">
                <a:solidFill>
                  <a:schemeClr val="tx1"/>
                </a:solidFill>
              </a:rPr>
              <a:t>몸무게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type : </a:t>
            </a:r>
            <a:r>
              <a:rPr lang="ko-KR" altLang="en-US" sz="1100" dirty="0">
                <a:solidFill>
                  <a:schemeClr val="tx1"/>
                </a:solidFill>
              </a:rPr>
              <a:t>투타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school : </a:t>
            </a:r>
            <a:r>
              <a:rPr lang="ko-KR" altLang="en-US" sz="1100" dirty="0">
                <a:solidFill>
                  <a:schemeClr val="tx1"/>
                </a:solidFill>
              </a:rPr>
              <a:t>출신학교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photo : </a:t>
            </a:r>
            <a:r>
              <a:rPr lang="ko-KR" altLang="en-US" sz="1100" dirty="0">
                <a:solidFill>
                  <a:schemeClr val="tx1"/>
                </a:solidFill>
              </a:rPr>
              <a:t>사진 링크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E7A16C-CECF-79B5-05B2-6B4C05799679}"/>
              </a:ext>
            </a:extLst>
          </p:cNvPr>
          <p:cNvSpPr txBox="1"/>
          <p:nvPr/>
        </p:nvSpPr>
        <p:spPr>
          <a:xfrm>
            <a:off x="6624813" y="1528913"/>
            <a:ext cx="81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player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A7E699-C9F8-A3BE-B841-2EED01B3ABF2}"/>
              </a:ext>
            </a:extLst>
          </p:cNvPr>
          <p:cNvSpPr txBox="1"/>
          <p:nvPr/>
        </p:nvSpPr>
        <p:spPr>
          <a:xfrm>
            <a:off x="6773226" y="2005770"/>
            <a:ext cx="543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년도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AAE86E-CD0E-C793-6AA6-4F25ADE973B9}"/>
              </a:ext>
            </a:extLst>
          </p:cNvPr>
          <p:cNvSpPr txBox="1"/>
          <p:nvPr/>
        </p:nvSpPr>
        <p:spPr>
          <a:xfrm>
            <a:off x="6596820" y="3188491"/>
            <a:ext cx="82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pitcher</a:t>
            </a:r>
            <a:endParaRPr lang="ko-KR" altLang="en-US" sz="16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8F8D74-4BBF-71F1-D468-55C8D85841FF}"/>
              </a:ext>
            </a:extLst>
          </p:cNvPr>
          <p:cNvSpPr txBox="1"/>
          <p:nvPr/>
        </p:nvSpPr>
        <p:spPr>
          <a:xfrm>
            <a:off x="2959735" y="4947366"/>
            <a:ext cx="137569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doc id</a:t>
            </a:r>
            <a:r>
              <a:rPr lang="ko-KR" altLang="en-US" sz="800" dirty="0"/>
              <a:t>는 자동 생성하거나</a:t>
            </a:r>
            <a:endParaRPr lang="en-US" altLang="ko-KR" sz="800" dirty="0"/>
          </a:p>
          <a:p>
            <a:r>
              <a:rPr lang="ko-KR" altLang="en-US" sz="800" dirty="0"/>
              <a:t>타순 혹은 순서로 명명</a:t>
            </a:r>
            <a:endParaRPr lang="en-US" altLang="ko-KR" sz="8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46B8B92-02C1-34EF-8879-85F22BE39021}"/>
              </a:ext>
            </a:extLst>
          </p:cNvPr>
          <p:cNvSpPr/>
          <p:nvPr/>
        </p:nvSpPr>
        <p:spPr>
          <a:xfrm>
            <a:off x="8817894" y="1487529"/>
            <a:ext cx="3186547" cy="2025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2CAE542-6CDC-0704-462A-0005813C2620}"/>
              </a:ext>
            </a:extLst>
          </p:cNvPr>
          <p:cNvSpPr/>
          <p:nvPr/>
        </p:nvSpPr>
        <p:spPr>
          <a:xfrm>
            <a:off x="9061423" y="1903040"/>
            <a:ext cx="2723424" cy="14192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420BAF0-A7F1-6815-2EB7-790AA9EDDCC1}"/>
              </a:ext>
            </a:extLst>
          </p:cNvPr>
          <p:cNvSpPr/>
          <p:nvPr/>
        </p:nvSpPr>
        <p:spPr>
          <a:xfrm>
            <a:off x="9430756" y="2338432"/>
            <a:ext cx="1914398" cy="835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date :</a:t>
            </a:r>
            <a:r>
              <a:rPr lang="ko-KR" altLang="en-US" sz="1100" dirty="0">
                <a:solidFill>
                  <a:schemeClr val="tx1"/>
                </a:solidFill>
              </a:rPr>
              <a:t> 경기 날짜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location : </a:t>
            </a:r>
            <a:r>
              <a:rPr lang="ko-KR" altLang="en-US" sz="1100" dirty="0">
                <a:solidFill>
                  <a:schemeClr val="tx1"/>
                </a:solidFill>
              </a:rPr>
              <a:t>장소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opponent : </a:t>
            </a:r>
            <a:r>
              <a:rPr lang="ko-KR" altLang="en-US" sz="1100" dirty="0">
                <a:solidFill>
                  <a:schemeClr val="tx1"/>
                </a:solidFill>
              </a:rPr>
              <a:t>상대팀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result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>
                <a:solidFill>
                  <a:schemeClr val="tx1"/>
                </a:solidFill>
              </a:rPr>
              <a:t>: </a:t>
            </a:r>
            <a:r>
              <a:rPr lang="ko-KR" altLang="en-US" sz="1100" dirty="0">
                <a:solidFill>
                  <a:schemeClr val="tx1"/>
                </a:solidFill>
              </a:rPr>
              <a:t>결과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501F9A-F125-CA51-1A80-6CCD2798415E}"/>
              </a:ext>
            </a:extLst>
          </p:cNvPr>
          <p:cNvSpPr txBox="1"/>
          <p:nvPr/>
        </p:nvSpPr>
        <p:spPr>
          <a:xfrm>
            <a:off x="9860377" y="1512386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schedule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31EB5E-F11E-FEBA-BB62-0E39B2DEEA69}"/>
              </a:ext>
            </a:extLst>
          </p:cNvPr>
          <p:cNvSpPr txBox="1"/>
          <p:nvPr/>
        </p:nvSpPr>
        <p:spPr>
          <a:xfrm>
            <a:off x="9742502" y="1989243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날짜</a:t>
            </a:r>
            <a:r>
              <a:rPr lang="en-US" altLang="ko-KR" sz="1400" dirty="0"/>
              <a:t>(</a:t>
            </a:r>
            <a:r>
              <a:rPr lang="en-US" altLang="ko-KR" sz="1400" dirty="0" err="1"/>
              <a:t>yymmdd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38375C-18CA-2B31-D366-8B186FE2F617}"/>
              </a:ext>
            </a:extLst>
          </p:cNvPr>
          <p:cNvSpPr txBox="1"/>
          <p:nvPr/>
        </p:nvSpPr>
        <p:spPr>
          <a:xfrm>
            <a:off x="7441447" y="3229237"/>
            <a:ext cx="1526380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다른</a:t>
            </a:r>
            <a:r>
              <a:rPr lang="en-US" altLang="ko-KR" sz="800" dirty="0"/>
              <a:t> </a:t>
            </a:r>
            <a:r>
              <a:rPr lang="ko-KR" altLang="en-US" sz="800" dirty="0"/>
              <a:t>포지션도 동일하게 작성</a:t>
            </a:r>
            <a:endParaRPr lang="en-US" altLang="ko-KR" sz="8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03DF81-6E0E-4578-ED03-295817E1D8AA}"/>
              </a:ext>
            </a:extLst>
          </p:cNvPr>
          <p:cNvSpPr txBox="1"/>
          <p:nvPr/>
        </p:nvSpPr>
        <p:spPr>
          <a:xfrm>
            <a:off x="7722630" y="5038717"/>
            <a:ext cx="127310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doc id</a:t>
            </a:r>
            <a:r>
              <a:rPr lang="ko-KR" altLang="en-US" sz="800" dirty="0"/>
              <a:t>는 배번으로 생성</a:t>
            </a:r>
            <a:endParaRPr lang="en-US" altLang="ko-KR" sz="8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BA9B3C2-8F42-B075-87FA-6603773E84F8}"/>
              </a:ext>
            </a:extLst>
          </p:cNvPr>
          <p:cNvSpPr/>
          <p:nvPr/>
        </p:nvSpPr>
        <p:spPr>
          <a:xfrm>
            <a:off x="8817894" y="3720484"/>
            <a:ext cx="3186547" cy="2025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636514D-9AEB-3171-12C5-1B594E368FBF}"/>
              </a:ext>
            </a:extLst>
          </p:cNvPr>
          <p:cNvSpPr/>
          <p:nvPr/>
        </p:nvSpPr>
        <p:spPr>
          <a:xfrm>
            <a:off x="9061423" y="4135995"/>
            <a:ext cx="2723424" cy="14192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71E938E-BEF1-88A9-E666-0C4E85C1F03E}"/>
              </a:ext>
            </a:extLst>
          </p:cNvPr>
          <p:cNvSpPr/>
          <p:nvPr/>
        </p:nvSpPr>
        <p:spPr>
          <a:xfrm>
            <a:off x="9430756" y="4571387"/>
            <a:ext cx="1914398" cy="835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date :</a:t>
            </a:r>
            <a:r>
              <a:rPr lang="ko-KR" altLang="en-US" sz="1100" dirty="0">
                <a:solidFill>
                  <a:schemeClr val="tx1"/>
                </a:solidFill>
              </a:rPr>
              <a:t> 날짜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location : </a:t>
            </a:r>
            <a:r>
              <a:rPr lang="ko-KR" altLang="en-US" sz="1100" dirty="0">
                <a:solidFill>
                  <a:schemeClr val="tx1"/>
                </a:solidFill>
              </a:rPr>
              <a:t>장소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photo[] : </a:t>
            </a:r>
            <a:r>
              <a:rPr lang="ko-KR" altLang="en-US" sz="1100" dirty="0">
                <a:solidFill>
                  <a:schemeClr val="tx1"/>
                </a:solidFill>
              </a:rPr>
              <a:t>사진링크</a:t>
            </a:r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title : </a:t>
            </a:r>
            <a:r>
              <a:rPr lang="ko-KR" altLang="en-US" sz="1100" dirty="0">
                <a:solidFill>
                  <a:schemeClr val="tx1"/>
                </a:solidFill>
              </a:rPr>
              <a:t>이벤트 이름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EB94F4-2119-BAEE-03F2-3C98ED3DD4E7}"/>
              </a:ext>
            </a:extLst>
          </p:cNvPr>
          <p:cNvSpPr txBox="1"/>
          <p:nvPr/>
        </p:nvSpPr>
        <p:spPr>
          <a:xfrm>
            <a:off x="10035842" y="3745341"/>
            <a:ext cx="75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Event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36BD45-1D81-5BB4-11C2-9B01DEB40284}"/>
              </a:ext>
            </a:extLst>
          </p:cNvPr>
          <p:cNvSpPr txBox="1"/>
          <p:nvPr/>
        </p:nvSpPr>
        <p:spPr>
          <a:xfrm>
            <a:off x="9742502" y="4222198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날짜</a:t>
            </a:r>
            <a:r>
              <a:rPr lang="en-US" altLang="ko-KR" sz="1400" dirty="0"/>
              <a:t>(</a:t>
            </a:r>
            <a:r>
              <a:rPr lang="en-US" altLang="ko-KR" sz="1400" dirty="0" err="1"/>
              <a:t>yymmdd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FA668B-F9FF-B95F-750D-0DBF08385038}"/>
              </a:ext>
            </a:extLst>
          </p:cNvPr>
          <p:cNvSpPr txBox="1"/>
          <p:nvPr/>
        </p:nvSpPr>
        <p:spPr>
          <a:xfrm>
            <a:off x="5603049" y="458573"/>
            <a:ext cx="608852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match, scheduler, event</a:t>
            </a:r>
            <a:r>
              <a:rPr lang="ko-KR" altLang="en-US" sz="1600" b="1" dirty="0">
                <a:solidFill>
                  <a:srgbClr val="FF0000"/>
                </a:solidFill>
              </a:rPr>
              <a:t>의 날짜 입력 형태가 동일해야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추후 서로 찾아갈 수 있음</a:t>
            </a:r>
            <a:r>
              <a:rPr lang="en-US" altLang="ko-KR" sz="1600" b="1" dirty="0">
                <a:solidFill>
                  <a:srgbClr val="FF0000"/>
                </a:solidFill>
              </a:rPr>
              <a:t>. </a:t>
            </a:r>
            <a:r>
              <a:rPr lang="ko-KR" altLang="en-US" sz="1600" b="1" dirty="0">
                <a:solidFill>
                  <a:srgbClr val="FF0000"/>
                </a:solidFill>
              </a:rPr>
              <a:t>해당 내용이 나중에 키</a:t>
            </a:r>
            <a:r>
              <a:rPr lang="en-US" altLang="ko-KR" sz="1600" b="1" dirty="0">
                <a:solidFill>
                  <a:srgbClr val="FF0000"/>
                </a:solidFill>
              </a:rPr>
              <a:t>(key)</a:t>
            </a:r>
            <a:r>
              <a:rPr lang="ko-KR" altLang="en-US" sz="1600" b="1" dirty="0">
                <a:solidFill>
                  <a:srgbClr val="FF0000"/>
                </a:solidFill>
              </a:rPr>
              <a:t>로 동작함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8F6C48-7A53-81E7-54CD-C5E06736DC44}"/>
              </a:ext>
            </a:extLst>
          </p:cNvPr>
          <p:cNvSpPr txBox="1"/>
          <p:nvPr/>
        </p:nvSpPr>
        <p:spPr>
          <a:xfrm>
            <a:off x="9282931" y="3260377"/>
            <a:ext cx="243528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이건 </a:t>
            </a:r>
            <a:r>
              <a:rPr lang="en-US" altLang="ko-KR" sz="800" dirty="0"/>
              <a:t>match</a:t>
            </a:r>
            <a:r>
              <a:rPr lang="ko-KR" altLang="en-US" sz="800" dirty="0"/>
              <a:t>의 날짜와 정보를 확인해서 입력하기 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1787710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6795-0522-9A79-55B1-B992E6AF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0C47D4-4151-7C4A-AA69-FE523AE7597A}"/>
              </a:ext>
            </a:extLst>
          </p:cNvPr>
          <p:cNvSpPr txBox="1"/>
          <p:nvPr/>
        </p:nvSpPr>
        <p:spPr>
          <a:xfrm>
            <a:off x="0" y="28684"/>
            <a:ext cx="3965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*Storage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26E9CED-3407-E0FC-8680-FA5E47EED649}"/>
              </a:ext>
            </a:extLst>
          </p:cNvPr>
          <p:cNvSpPr/>
          <p:nvPr/>
        </p:nvSpPr>
        <p:spPr>
          <a:xfrm>
            <a:off x="175127" y="488056"/>
            <a:ext cx="3186547" cy="20415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FF2CEA-DC25-C322-4141-66ABD76F19F7}"/>
              </a:ext>
            </a:extLst>
          </p:cNvPr>
          <p:cNvSpPr/>
          <p:nvPr/>
        </p:nvSpPr>
        <p:spPr>
          <a:xfrm>
            <a:off x="418656" y="903568"/>
            <a:ext cx="2723424" cy="13630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786709A-5E78-27DF-1662-5A8238B28363}"/>
              </a:ext>
            </a:extLst>
          </p:cNvPr>
          <p:cNvSpPr/>
          <p:nvPr/>
        </p:nvSpPr>
        <p:spPr>
          <a:xfrm>
            <a:off x="787989" y="1338959"/>
            <a:ext cx="1914398" cy="6860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1"/>
                </a:solidFill>
              </a:rPr>
              <a:t>배번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  <a:r>
              <a:rPr lang="en-US" altLang="ko-KR" sz="1100" dirty="0" err="1">
                <a:solidFill>
                  <a:schemeClr val="tx1"/>
                </a:solidFill>
              </a:rPr>
              <a:t>webp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57558-6683-900D-F6EB-BCA52582EA18}"/>
              </a:ext>
            </a:extLst>
          </p:cNvPr>
          <p:cNvSpPr txBox="1"/>
          <p:nvPr/>
        </p:nvSpPr>
        <p:spPr>
          <a:xfrm>
            <a:off x="1360085" y="512913"/>
            <a:ext cx="81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player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932CAA-EECC-D4F0-61D0-2345A6D04464}"/>
              </a:ext>
            </a:extLst>
          </p:cNvPr>
          <p:cNvSpPr txBox="1"/>
          <p:nvPr/>
        </p:nvSpPr>
        <p:spPr>
          <a:xfrm>
            <a:off x="1508498" y="989770"/>
            <a:ext cx="543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년도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8E8EE5F-7EE2-96F1-CF73-8DF89F18F8BC}"/>
              </a:ext>
            </a:extLst>
          </p:cNvPr>
          <p:cNvSpPr/>
          <p:nvPr/>
        </p:nvSpPr>
        <p:spPr>
          <a:xfrm>
            <a:off x="175127" y="2665828"/>
            <a:ext cx="3186547" cy="1135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63BC717-BB6F-8D42-4392-78F321F33CA1}"/>
              </a:ext>
            </a:extLst>
          </p:cNvPr>
          <p:cNvSpPr/>
          <p:nvPr/>
        </p:nvSpPr>
        <p:spPr>
          <a:xfrm>
            <a:off x="418656" y="3081339"/>
            <a:ext cx="2723424" cy="4519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38E75B-B69C-CD45-F9C2-BE587A04DDFB}"/>
              </a:ext>
            </a:extLst>
          </p:cNvPr>
          <p:cNvSpPr txBox="1"/>
          <p:nvPr/>
        </p:nvSpPr>
        <p:spPr>
          <a:xfrm>
            <a:off x="1354699" y="2690685"/>
            <a:ext cx="82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match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862A52-A236-507F-E38A-F3A3D61FF33E}"/>
              </a:ext>
            </a:extLst>
          </p:cNvPr>
          <p:cNvSpPr txBox="1"/>
          <p:nvPr/>
        </p:nvSpPr>
        <p:spPr>
          <a:xfrm>
            <a:off x="1099735" y="3167542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날짜</a:t>
            </a:r>
            <a:r>
              <a:rPr lang="en-US" altLang="ko-KR" sz="1400" dirty="0"/>
              <a:t>(</a:t>
            </a:r>
            <a:r>
              <a:rPr lang="en-US" altLang="ko-KR" sz="1400" dirty="0" err="1"/>
              <a:t>yymmdd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7A32103-6F80-C7C2-229C-430EE8151431}"/>
              </a:ext>
            </a:extLst>
          </p:cNvPr>
          <p:cNvSpPr/>
          <p:nvPr/>
        </p:nvSpPr>
        <p:spPr>
          <a:xfrm>
            <a:off x="175127" y="3959155"/>
            <a:ext cx="3186547" cy="105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86F28E1-A039-91AD-2799-51E0E4ABC87F}"/>
              </a:ext>
            </a:extLst>
          </p:cNvPr>
          <p:cNvSpPr/>
          <p:nvPr/>
        </p:nvSpPr>
        <p:spPr>
          <a:xfrm>
            <a:off x="418656" y="4374667"/>
            <a:ext cx="2723424" cy="3939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55E49D-9980-0930-DC91-76F1C7DD9EFE}"/>
              </a:ext>
            </a:extLst>
          </p:cNvPr>
          <p:cNvSpPr txBox="1"/>
          <p:nvPr/>
        </p:nvSpPr>
        <p:spPr>
          <a:xfrm>
            <a:off x="1393075" y="3984012"/>
            <a:ext cx="75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Event</a:t>
            </a:r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D46014-703D-1726-10DD-5D0DCC0DED4D}"/>
              </a:ext>
            </a:extLst>
          </p:cNvPr>
          <p:cNvSpPr txBox="1"/>
          <p:nvPr/>
        </p:nvSpPr>
        <p:spPr>
          <a:xfrm>
            <a:off x="1099735" y="4460869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날짜</a:t>
            </a:r>
            <a:r>
              <a:rPr lang="en-US" altLang="ko-KR" sz="1400" dirty="0"/>
              <a:t>(</a:t>
            </a:r>
            <a:r>
              <a:rPr lang="en-US" altLang="ko-KR" sz="1400" dirty="0" err="1"/>
              <a:t>yymmdd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8458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1718</Words>
  <Application>Microsoft Office PowerPoint</Application>
  <PresentationFormat>와이드스크린</PresentationFormat>
  <Paragraphs>622</Paragraphs>
  <Slides>31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JINWON KIM</dc:creator>
  <cp:lastModifiedBy>JINWON KIM</cp:lastModifiedBy>
  <cp:revision>382</cp:revision>
  <dcterms:created xsi:type="dcterms:W3CDTF">2026-01-29T02:32:02Z</dcterms:created>
  <dcterms:modified xsi:type="dcterms:W3CDTF">2026-01-30T07:38:05Z</dcterms:modified>
</cp:coreProperties>
</file>